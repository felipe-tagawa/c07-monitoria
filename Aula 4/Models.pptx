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2" r:id="rId14"/>
    <p:sldId id="271" r:id="rId15"/>
    <p:sldId id="274" r:id="rId16"/>
    <p:sldId id="277" r:id="rId17"/>
    <p:sldId id="276" r:id="rId18"/>
    <p:sldId id="275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0A938-EE45-4CF6-9305-556CFB7B5057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2E039-2C2B-455F-97AD-3DF3B59C34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77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BD4559-EF0D-4147-29EB-1B88B4EEB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F6928F-563B-3346-7BEA-F44EB6634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CCDB3A-4043-868C-603D-5DE8C8F2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23DC86-024F-028E-F693-9960E691B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C334A0-EA78-CA02-C48A-437E8F85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954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36C01-9F54-4E3C-5BB3-A4C0B84D9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C3C222-F858-419C-9AA7-63CC713C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1CAF58-B232-1F7C-C82D-C13DB055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F0571F-2405-94C2-ED63-95AFBCC7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DE8F511-BC92-2D4C-F142-E3EA0516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1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12FF2F-A824-11E3-F304-AB4B7D4B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BCD694-3E28-DDA4-32CD-72578BBF1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6E2785-4CFC-065E-A7DD-FEE8E5A0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44D052-552C-C591-6C66-BB44248F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513DC0-833B-0335-D1BE-0C941EBA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26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E12B2-9690-6CD8-DCD4-DD6B74024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DD0899-A333-E95F-C0D1-EB49DF736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4617C2B-7F7E-6C1A-8DDA-B25899EEA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A27CC1-0410-5B2A-4531-F917D59F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97A494-2B52-8229-02B3-CFFAEFC7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86B1F7-519E-08F9-13CA-885417EC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414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FE490-0D0A-0BA5-9094-EED13823C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41CAB1-E75B-CEDB-D1EC-BD8C0A48B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D310C2E-DC17-3D4C-F2B5-0A4CC32BA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6E29925-116D-51DD-1C7C-1968B4CB1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4299DD-591E-319C-1C2A-C653DE160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B288EFA-D046-1ED7-7536-E814FA62D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9ADA1A-2306-8D30-A258-41D7CDE6C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E586AB0-E568-7864-2BEB-17069491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07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6F9F9-933D-69A5-48A6-150379896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67B5EDC-C117-8760-99C4-D7A29986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910807-56C2-5266-E44A-5D757349E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CCB1396-FC9F-1DFD-7235-AD399BB55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594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6B169-3481-E73D-C47B-59517702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8C62CD-31AF-288C-7749-F0AE83CD4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D435CA-9FDB-4ACD-32E1-6CED780E0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830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23D46-4C27-B5A1-B5CB-374E4012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683081-DEEA-D9F9-0E02-E77370EB3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654D63-29FE-FC25-49EE-EB635E1B1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E6DBDC-F5F1-1910-8237-1636805B0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964EDF-6A8F-B658-7CC2-4F85EB479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71FD52-4B0D-7760-65CF-BEE377A84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25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E31E7-D1C2-BF5E-67DB-BD17B6D6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C7EDAE-0A5F-54E0-346D-D8BC3F134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A961B5-B9F9-8516-88E4-C298E204C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43DE919-B293-B396-DD7D-AF44A4F3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B1860A-7A5B-A33B-7FF8-118CC4C2C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2871AB6-4C4D-198C-CC69-2AB8A84B3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89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DBC76-DDBD-6035-394A-FAA734207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6DC10A-BCE0-E9A0-9C3A-ABD035A8B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4227FF-62DA-F10F-362F-818AEF73F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48AAE-3613-2543-A053-3051533B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EB41B5-064D-3610-A2C1-D24FFC30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7179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E625DF-79ED-045C-F376-BAA14FB1A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44D91E-DD50-176E-A506-E908C9B48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229F2E-FBEA-4ED0-E4FF-4240D7B3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DD6432-6405-B09C-D09F-ADB0B7D2E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5594C8-513B-830B-70C4-D24C3DAA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66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CB80329-C1AC-1032-72A2-BB30CF44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58CE09-62E1-CDE5-01D8-25540FCE7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3118B9-89B3-FEA3-C9A6-F6DFE94C28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A3D7A4-D674-4F04-B457-5A75143D3A24}" type="datetimeFigureOut">
              <a:rPr lang="pt-BR" smtClean="0"/>
              <a:t>20/01/2026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F0DB18-F792-69D8-8F05-EBCA33356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963E3A-99F6-969A-9DFF-56EC51AE8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27C56-667E-4805-B116-F1D01DDED3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2269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8B734F7-5F82-8F5C-402C-ADDB94FEA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EDE1E3A-87D7-B255-A4D2-2E2627DB4ADD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F10EBA7-DBF4-E344-8E14-86475A287ADB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0E3785-A842-74B6-E6E9-B6A01F682040}"/>
              </a:ext>
            </a:extLst>
          </p:cNvPr>
          <p:cNvSpPr txBox="1"/>
          <p:nvPr/>
        </p:nvSpPr>
        <p:spPr>
          <a:xfrm>
            <a:off x="105508" y="5257801"/>
            <a:ext cx="46071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40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01632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F8D7A-1642-EB06-BDDB-8B60A5E4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70FE71D-7DA1-A4C0-5066-914290DC9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CCE830C-6392-38AE-A9B0-95660C8D02BB}"/>
              </a:ext>
            </a:extLst>
          </p:cNvPr>
          <p:cNvSpPr txBox="1"/>
          <p:nvPr/>
        </p:nvSpPr>
        <p:spPr>
          <a:xfrm>
            <a:off x="4279106" y="162426"/>
            <a:ext cx="3176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Criando</a:t>
            </a:r>
            <a:r>
              <a:rPr lang="en-US" sz="3600" dirty="0"/>
              <a:t> Models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5978079-0B6A-F01B-9C3A-D405CAD8B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2" y="1119583"/>
            <a:ext cx="11431595" cy="4829849"/>
          </a:xfrm>
          <a:prstGeom prst="rect">
            <a:avLst/>
          </a:prstGeom>
        </p:spPr>
      </p:pic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8363E0D4-DBBD-4DD5-B2DD-30DC528F2AFD}"/>
              </a:ext>
            </a:extLst>
          </p:cNvPr>
          <p:cNvSpPr/>
          <p:nvPr/>
        </p:nvSpPr>
        <p:spPr>
          <a:xfrm rot="10800000">
            <a:off x="3938425" y="3411913"/>
            <a:ext cx="484632" cy="978408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27495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391FF-8D9F-8F31-0DF4-6FFAA0DB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5D0FB5C-151B-24B2-EBEC-73887B8C37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01EBD84-9055-F213-8378-27D0A0308941}"/>
              </a:ext>
            </a:extLst>
          </p:cNvPr>
          <p:cNvSpPr txBox="1"/>
          <p:nvPr/>
        </p:nvSpPr>
        <p:spPr>
          <a:xfrm>
            <a:off x="4279106" y="162426"/>
            <a:ext cx="3176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Criando</a:t>
            </a:r>
            <a:r>
              <a:rPr lang="en-US" sz="3600" dirty="0"/>
              <a:t> Models</a:t>
            </a:r>
            <a:endParaRPr lang="pt-BR" sz="36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468AA0-5626-93A7-D117-11B2A85FC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892" y="3158270"/>
            <a:ext cx="7360310" cy="265344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E4468860-37F1-AFE7-8A4F-131916F2AEC4}"/>
              </a:ext>
            </a:extLst>
          </p:cNvPr>
          <p:cNvSpPr txBox="1"/>
          <p:nvPr/>
        </p:nvSpPr>
        <p:spPr>
          <a:xfrm>
            <a:off x="2987473" y="1317525"/>
            <a:ext cx="62170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Basta </a:t>
            </a:r>
            <a:r>
              <a:rPr lang="en-US" sz="2800" dirty="0" err="1"/>
              <a:t>clicar</a:t>
            </a:r>
            <a:r>
              <a:rPr lang="en-US" sz="2800" dirty="0"/>
              <a:t> duas </a:t>
            </a:r>
            <a:r>
              <a:rPr lang="en-US" sz="2800" dirty="0" err="1"/>
              <a:t>vezes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“Add Diagram”</a:t>
            </a:r>
            <a:endParaRPr lang="pt-BR" sz="2800" dirty="0"/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22DF98B3-652F-3B99-EB7B-B75D6D2F19BB}"/>
              </a:ext>
            </a:extLst>
          </p:cNvPr>
          <p:cNvSpPr/>
          <p:nvPr/>
        </p:nvSpPr>
        <p:spPr>
          <a:xfrm rot="5400000">
            <a:off x="7702765" y="4674112"/>
            <a:ext cx="484632" cy="978408"/>
          </a:xfrm>
          <a:prstGeom prst="down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955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3532-CEA2-0128-15E4-9827C4AB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D4BE225-DAD7-57AF-3D57-9462839767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ECE3A78-DACB-84EA-9079-0437F0310D3C}"/>
              </a:ext>
            </a:extLst>
          </p:cNvPr>
          <p:cNvSpPr txBox="1"/>
          <p:nvPr/>
        </p:nvSpPr>
        <p:spPr>
          <a:xfrm>
            <a:off x="4279106" y="162426"/>
            <a:ext cx="3176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Criando</a:t>
            </a:r>
            <a:r>
              <a:rPr lang="en-US" sz="3600" dirty="0"/>
              <a:t> Models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313C9DF-AABC-E648-6EFD-B98D207AF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61" y="1156970"/>
            <a:ext cx="10593278" cy="477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6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E879A-11AD-0503-9B6C-A9C3078FA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48280F9-0022-CCAA-06B8-5C84FED02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DADA21E-821B-06E1-C714-A62F16F1F7AA}"/>
              </a:ext>
            </a:extLst>
          </p:cNvPr>
          <p:cNvSpPr txBox="1"/>
          <p:nvPr/>
        </p:nvSpPr>
        <p:spPr>
          <a:xfrm>
            <a:off x="4279106" y="162426"/>
            <a:ext cx="3176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Criando</a:t>
            </a:r>
            <a:r>
              <a:rPr lang="en-US" sz="3600" dirty="0"/>
              <a:t> Models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14D1385-7E01-0CC1-9435-06F3622C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836" y="1051690"/>
            <a:ext cx="8440328" cy="556337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1A02265-E790-2906-984D-3E2852EEEBAA}"/>
              </a:ext>
            </a:extLst>
          </p:cNvPr>
          <p:cNvSpPr/>
          <p:nvPr/>
        </p:nvSpPr>
        <p:spPr>
          <a:xfrm>
            <a:off x="7315200" y="3640015"/>
            <a:ext cx="2505808" cy="33410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A608698-36F9-973C-13CB-3101F8E355F6}"/>
              </a:ext>
            </a:extLst>
          </p:cNvPr>
          <p:cNvSpPr/>
          <p:nvPr/>
        </p:nvSpPr>
        <p:spPr>
          <a:xfrm>
            <a:off x="7315200" y="4717232"/>
            <a:ext cx="2303585" cy="33410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84640AD-3213-20AA-BAE6-E6EEEE99982A}"/>
              </a:ext>
            </a:extLst>
          </p:cNvPr>
          <p:cNvSpPr/>
          <p:nvPr/>
        </p:nvSpPr>
        <p:spPr>
          <a:xfrm>
            <a:off x="7315200" y="5768922"/>
            <a:ext cx="2505808" cy="334108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814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8BECA-4C3C-99DF-E28B-6B3F90978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7CB8BAB-D6EB-CE4A-1CF1-B58D0C090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D962760-3318-0812-BCDC-A2440EDDB981}"/>
              </a:ext>
            </a:extLst>
          </p:cNvPr>
          <p:cNvSpPr txBox="1"/>
          <p:nvPr/>
        </p:nvSpPr>
        <p:spPr>
          <a:xfrm>
            <a:off x="4410899" y="162426"/>
            <a:ext cx="3370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Relacionamentos</a:t>
            </a:r>
            <a:endParaRPr lang="pt-BR" sz="36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E55CD4-CA99-B00F-6B80-E3BE9FF4F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61" y="1058914"/>
            <a:ext cx="1179927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Conexões lógicas entre entidades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representam como os dados em diferentes tabelas estão associados uns aos outros.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modelo relacional,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relacionamentos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ajudam a manter a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integridade referencial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evitando dados duplicados e inconsistentes.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Classificação: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dirty="0">
                <a:latin typeface="Arial" panose="020B0604020202020204" pitchFamily="34" charset="0"/>
              </a:rPr>
              <a:t>1:1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1:N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pt-BR" altLang="pt-BR" dirty="0">
                <a:latin typeface="Arial" panose="020B0604020202020204" pitchFamily="34" charset="0"/>
              </a:rPr>
              <a:t>N:M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67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86754-F893-FFE8-C9AC-BF152A1D2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CDF19D8-D023-97C1-C351-BB13D9D6AC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560B9EA-699B-2624-3A61-689A6CE7E79F}"/>
              </a:ext>
            </a:extLst>
          </p:cNvPr>
          <p:cNvSpPr txBox="1"/>
          <p:nvPr/>
        </p:nvSpPr>
        <p:spPr>
          <a:xfrm>
            <a:off x="4147084" y="162426"/>
            <a:ext cx="389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1:1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30BB47A-DB42-803B-9342-730AE283E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832" y="3152313"/>
            <a:ext cx="2648413" cy="26118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A12B844-BD4F-5102-BE94-6BE9F4A9A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471" y="3152312"/>
            <a:ext cx="3005697" cy="26118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C76CBD09-8456-0327-39BE-AB32B093EFBF}"/>
              </a:ext>
            </a:extLst>
          </p:cNvPr>
          <p:cNvCxnSpPr>
            <a:cxnSpLocks/>
          </p:cNvCxnSpPr>
          <p:nvPr/>
        </p:nvCxnSpPr>
        <p:spPr>
          <a:xfrm>
            <a:off x="4941276" y="4458253"/>
            <a:ext cx="19167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BDEA277-FB7F-1599-9D6E-A8ADDBE481DB}"/>
              </a:ext>
            </a:extLst>
          </p:cNvPr>
          <p:cNvSpPr txBox="1"/>
          <p:nvPr/>
        </p:nvSpPr>
        <p:spPr>
          <a:xfrm>
            <a:off x="1870832" y="1384084"/>
            <a:ext cx="84503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Em </a:t>
            </a:r>
            <a:r>
              <a:rPr lang="en-US" sz="2000" dirty="0" err="1"/>
              <a:t>questão</a:t>
            </a:r>
            <a:r>
              <a:rPr lang="en-US" sz="2000" dirty="0"/>
              <a:t> de </a:t>
            </a:r>
            <a:r>
              <a:rPr lang="en-US" sz="2000" dirty="0" err="1"/>
              <a:t>documentos</a:t>
            </a:r>
            <a:r>
              <a:rPr lang="en-US" sz="2000" dirty="0"/>
              <a:t>, qual a </a:t>
            </a:r>
            <a:r>
              <a:rPr lang="en-US" sz="2000" dirty="0" err="1"/>
              <a:t>relação</a:t>
            </a:r>
            <a:r>
              <a:rPr lang="en-US" sz="2000" dirty="0"/>
              <a:t> de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pessoa</a:t>
            </a:r>
            <a:r>
              <a:rPr lang="en-US" sz="2000" dirty="0"/>
              <a:t> com um </a:t>
            </a:r>
            <a:r>
              <a:rPr lang="en-US" sz="2000" dirty="0" err="1"/>
              <a:t>passaporte</a:t>
            </a:r>
            <a:r>
              <a:rPr lang="en-US" sz="2000" dirty="0"/>
              <a:t>?</a:t>
            </a:r>
          </a:p>
          <a:p>
            <a:r>
              <a:rPr lang="en-US" sz="2000" dirty="0"/>
              <a:t>Uma </a:t>
            </a:r>
            <a:r>
              <a:rPr lang="en-US" sz="2000" dirty="0" err="1"/>
              <a:t>pessoa</a:t>
            </a:r>
            <a:r>
              <a:rPr lang="en-US" sz="2000" dirty="0"/>
              <a:t> </a:t>
            </a:r>
            <a:r>
              <a:rPr lang="en-US" sz="2000" dirty="0" err="1"/>
              <a:t>tem</a:t>
            </a:r>
            <a:r>
              <a:rPr lang="en-US" sz="2000" dirty="0"/>
              <a:t> </a:t>
            </a:r>
            <a:r>
              <a:rPr lang="en-US" sz="2000" u="sng" dirty="0"/>
              <a:t>1</a:t>
            </a:r>
            <a:r>
              <a:rPr lang="en-US" sz="2000" dirty="0"/>
              <a:t> </a:t>
            </a:r>
            <a:r>
              <a:rPr lang="en-US" sz="2000" dirty="0" err="1"/>
              <a:t>passaporte</a:t>
            </a:r>
            <a:r>
              <a:rPr lang="en-US" sz="2000" dirty="0"/>
              <a:t> </a:t>
            </a:r>
            <a:r>
              <a:rPr lang="en-US" sz="2000" dirty="0" err="1"/>
              <a:t>exclusivo</a:t>
            </a:r>
            <a:r>
              <a:rPr lang="en-US" sz="2000" dirty="0"/>
              <a:t> e </a:t>
            </a:r>
            <a:r>
              <a:rPr lang="en-US" sz="2000" u="sng" dirty="0"/>
              <a:t>1</a:t>
            </a:r>
            <a:r>
              <a:rPr lang="en-US" sz="2000" dirty="0"/>
              <a:t> </a:t>
            </a:r>
            <a:r>
              <a:rPr lang="en-US" sz="2000" dirty="0" err="1"/>
              <a:t>passaporte</a:t>
            </a:r>
            <a:r>
              <a:rPr lang="en-US" sz="2000" dirty="0"/>
              <a:t> </a:t>
            </a:r>
            <a:r>
              <a:rPr lang="en-US" sz="2000" dirty="0" err="1"/>
              <a:t>pertence</a:t>
            </a:r>
            <a:r>
              <a:rPr lang="en-US" sz="2000" dirty="0"/>
              <a:t> a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única</a:t>
            </a:r>
            <a:r>
              <a:rPr lang="en-US" sz="2000" dirty="0"/>
              <a:t> </a:t>
            </a:r>
            <a:r>
              <a:rPr lang="en-US" sz="2000" dirty="0" err="1"/>
              <a:t>pessoa</a:t>
            </a:r>
            <a:r>
              <a:rPr lang="en-US" sz="2000" dirty="0"/>
              <a:t>.</a:t>
            </a:r>
            <a:endParaRPr lang="pt-BR" sz="20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5B9BC37-7543-7A56-6CF1-FF6B73B33410}"/>
              </a:ext>
            </a:extLst>
          </p:cNvPr>
          <p:cNvSpPr txBox="1"/>
          <p:nvPr/>
        </p:nvSpPr>
        <p:spPr>
          <a:xfrm>
            <a:off x="4967018" y="4088921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3974DFA-F905-D069-B6FF-32170BA0CC24}"/>
              </a:ext>
            </a:extLst>
          </p:cNvPr>
          <p:cNvSpPr txBox="1"/>
          <p:nvPr/>
        </p:nvSpPr>
        <p:spPr>
          <a:xfrm>
            <a:off x="6507213" y="4522674"/>
            <a:ext cx="36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381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19D8049-31F4-C494-4303-0E173B9E1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C313DC2-8341-9455-2CA7-DFEAAFEDC934}"/>
              </a:ext>
            </a:extLst>
          </p:cNvPr>
          <p:cNvSpPr txBox="1"/>
          <p:nvPr/>
        </p:nvSpPr>
        <p:spPr>
          <a:xfrm>
            <a:off x="4147084" y="162426"/>
            <a:ext cx="3897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1:1</a:t>
            </a:r>
            <a:endParaRPr lang="pt-BR" sz="36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4344960-CA2E-1A7B-45FB-0945B3521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115" y="1357827"/>
            <a:ext cx="7201769" cy="268214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9AD9B27-84FB-FA60-D771-36078FAD0D64}"/>
              </a:ext>
            </a:extLst>
          </p:cNvPr>
          <p:cNvSpPr txBox="1"/>
          <p:nvPr/>
        </p:nvSpPr>
        <p:spPr>
          <a:xfrm>
            <a:off x="1538654" y="4736630"/>
            <a:ext cx="8475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Ao </a:t>
            </a:r>
            <a:r>
              <a:rPr lang="en-US" dirty="0" err="1"/>
              <a:t>associar</a:t>
            </a:r>
            <a:r>
              <a:rPr lang="en-US" dirty="0"/>
              <a:t> duas </a:t>
            </a:r>
            <a:r>
              <a:rPr lang="en-US" dirty="0" err="1"/>
              <a:t>entidades</a:t>
            </a:r>
            <a:r>
              <a:rPr lang="en-US" dirty="0"/>
              <a:t>(</a:t>
            </a:r>
            <a:r>
              <a:rPr lang="en-US" dirty="0" err="1"/>
              <a:t>tabelas</a:t>
            </a:r>
            <a:r>
              <a:rPr lang="en-US" dirty="0"/>
              <a:t>), é </a:t>
            </a:r>
            <a:r>
              <a:rPr lang="en-US" dirty="0" err="1"/>
              <a:t>gerada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delas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u="sng" dirty="0" err="1"/>
              <a:t>chave</a:t>
            </a:r>
            <a:r>
              <a:rPr lang="en-US" u="sng" dirty="0"/>
              <a:t> </a:t>
            </a:r>
            <a:r>
              <a:rPr lang="en-US" u="sng" dirty="0" err="1"/>
              <a:t>estrangeira</a:t>
            </a:r>
            <a:r>
              <a:rPr lang="en-US" u="sng" dirty="0"/>
              <a:t>(FK) </a:t>
            </a:r>
            <a:r>
              <a:rPr lang="en-US" dirty="0"/>
              <a:t>que é </a:t>
            </a:r>
            <a:r>
              <a:rPr lang="en-US" dirty="0" err="1"/>
              <a:t>usada</a:t>
            </a:r>
            <a:r>
              <a:rPr lang="en-US" dirty="0"/>
              <a:t>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conectá</a:t>
            </a:r>
            <a:r>
              <a:rPr lang="en-US" dirty="0"/>
              <a:t>-las. Essa </a:t>
            </a:r>
            <a:r>
              <a:rPr lang="en-US" i="1" dirty="0"/>
              <a:t>Foreign Key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colocada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qualquer</a:t>
            </a:r>
            <a:r>
              <a:rPr lang="en-US" dirty="0"/>
              <a:t> um dos </a:t>
            </a:r>
            <a:r>
              <a:rPr lang="en-US" dirty="0" err="1"/>
              <a:t>lados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relação</a:t>
            </a:r>
            <a:r>
              <a:rPr lang="en-US" dirty="0"/>
              <a:t> 1:1, mas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que </a:t>
            </a:r>
            <a:r>
              <a:rPr lang="en-US" dirty="0" err="1"/>
              <a:t>há</a:t>
            </a:r>
            <a:r>
              <a:rPr lang="en-US" dirty="0"/>
              <a:t> </a:t>
            </a:r>
            <a:r>
              <a:rPr lang="en-US" dirty="0" err="1"/>
              <a:t>entidades</a:t>
            </a:r>
            <a:r>
              <a:rPr lang="en-US" dirty="0"/>
              <a:t> fracas, a </a:t>
            </a:r>
            <a:r>
              <a:rPr lang="en-US" dirty="0" err="1"/>
              <a:t>chave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ser </a:t>
            </a:r>
            <a:r>
              <a:rPr lang="en-US" dirty="0" err="1"/>
              <a:t>alocada</a:t>
            </a:r>
            <a:r>
              <a:rPr lang="en-US" dirty="0"/>
              <a:t> no </a:t>
            </a:r>
            <a:r>
              <a:rPr lang="en-US" dirty="0" err="1"/>
              <a:t>lado</a:t>
            </a:r>
            <a:r>
              <a:rPr lang="en-US" dirty="0"/>
              <a:t> da </a:t>
            </a:r>
            <a:r>
              <a:rPr lang="en-US" dirty="0" err="1"/>
              <a:t>mesma</a:t>
            </a:r>
            <a:r>
              <a:rPr lang="en-US" dirty="0"/>
              <a:t>.</a:t>
            </a:r>
            <a:endParaRPr lang="pt-BR" u="sng" dirty="0"/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1E727EA-8176-7F5C-E644-708BB716256D}"/>
              </a:ext>
            </a:extLst>
          </p:cNvPr>
          <p:cNvCxnSpPr/>
          <p:nvPr/>
        </p:nvCxnSpPr>
        <p:spPr>
          <a:xfrm>
            <a:off x="9116591" y="3130061"/>
            <a:ext cx="914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0F005BC-3A69-EB22-8B5A-F716B86189DC}"/>
              </a:ext>
            </a:extLst>
          </p:cNvPr>
          <p:cNvSpPr txBox="1"/>
          <p:nvPr/>
        </p:nvSpPr>
        <p:spPr>
          <a:xfrm>
            <a:off x="10207869" y="2980592"/>
            <a:ext cx="1125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Chave </a:t>
            </a:r>
            <a:r>
              <a:rPr lang="en-US" sz="1600" dirty="0" err="1"/>
              <a:t>Estrangeira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22396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425F-DA5D-C2D7-2C97-DCE26EE5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6F882ED-C128-B266-CAFA-3D37849FF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03930E5-80C5-CF41-7EA4-1D94CBB1FE6A}"/>
              </a:ext>
            </a:extLst>
          </p:cNvPr>
          <p:cNvSpPr txBox="1"/>
          <p:nvPr/>
        </p:nvSpPr>
        <p:spPr>
          <a:xfrm>
            <a:off x="4023969" y="162426"/>
            <a:ext cx="41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1:N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19D980-8AE0-AF96-D46D-444756087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692" y="2603161"/>
            <a:ext cx="2960907" cy="28797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EE6423D-3ACE-D87B-42B9-88BA9566C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8214" y="2603160"/>
            <a:ext cx="3004094" cy="28797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6350EEF-F6CB-E7CC-0D6B-7101B359CABF}"/>
              </a:ext>
            </a:extLst>
          </p:cNvPr>
          <p:cNvCxnSpPr>
            <a:cxnSpLocks/>
          </p:cNvCxnSpPr>
          <p:nvPr/>
        </p:nvCxnSpPr>
        <p:spPr>
          <a:xfrm flipV="1">
            <a:off x="5143500" y="4043053"/>
            <a:ext cx="1776046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6242AC3-E139-1991-AA7B-9CED04A44FD1}"/>
              </a:ext>
            </a:extLst>
          </p:cNvPr>
          <p:cNvSpPr txBox="1"/>
          <p:nvPr/>
        </p:nvSpPr>
        <p:spPr>
          <a:xfrm>
            <a:off x="5143500" y="3613638"/>
            <a:ext cx="430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36D5E66-5AA1-CA6E-25E3-1E3F5C7A850D}"/>
              </a:ext>
            </a:extLst>
          </p:cNvPr>
          <p:cNvSpPr txBox="1"/>
          <p:nvPr/>
        </p:nvSpPr>
        <p:spPr>
          <a:xfrm>
            <a:off x="6495318" y="4211488"/>
            <a:ext cx="336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</a:t>
            </a:r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3275981-5F02-CEFA-F683-E77E127E375B}"/>
              </a:ext>
            </a:extLst>
          </p:cNvPr>
          <p:cNvSpPr txBox="1"/>
          <p:nvPr/>
        </p:nvSpPr>
        <p:spPr>
          <a:xfrm>
            <a:off x="1817809" y="971183"/>
            <a:ext cx="8556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Em </a:t>
            </a:r>
            <a:r>
              <a:rPr lang="en-US" sz="2400" dirty="0" err="1"/>
              <a:t>uma</a:t>
            </a:r>
            <a:r>
              <a:rPr lang="en-US" sz="2400" dirty="0"/>
              <a:t> </a:t>
            </a:r>
            <a:r>
              <a:rPr lang="en-US" sz="2400" dirty="0" err="1"/>
              <a:t>relação</a:t>
            </a:r>
            <a:r>
              <a:rPr lang="en-US" sz="2400" dirty="0"/>
              <a:t> entre </a:t>
            </a:r>
            <a:r>
              <a:rPr lang="en-US" sz="2400" dirty="0" err="1"/>
              <a:t>Estúdio</a:t>
            </a:r>
            <a:r>
              <a:rPr lang="en-US" sz="2400" dirty="0"/>
              <a:t> e </a:t>
            </a:r>
            <a:r>
              <a:rPr lang="en-US" sz="2400" dirty="0" err="1"/>
              <a:t>Jogos</a:t>
            </a:r>
            <a:r>
              <a:rPr lang="en-US" sz="2400" dirty="0"/>
              <a:t>, </a:t>
            </a:r>
            <a:r>
              <a:rPr lang="en-US" sz="2400" u="sng" dirty="0"/>
              <a:t>1</a:t>
            </a:r>
            <a:r>
              <a:rPr lang="en-US" sz="2400" dirty="0"/>
              <a:t> </a:t>
            </a:r>
            <a:r>
              <a:rPr lang="en-US" sz="2400" dirty="0" err="1"/>
              <a:t>Estúdio</a:t>
            </a:r>
            <a:r>
              <a:rPr lang="en-US" sz="2400" dirty="0"/>
              <a:t> </a:t>
            </a:r>
            <a:r>
              <a:rPr lang="en-US" sz="2400" dirty="0" err="1"/>
              <a:t>pode</a:t>
            </a:r>
            <a:r>
              <a:rPr lang="en-US" sz="2400" dirty="0"/>
              <a:t> </a:t>
            </a:r>
            <a:r>
              <a:rPr lang="en-US" sz="2400" dirty="0" err="1"/>
              <a:t>desenvolver</a:t>
            </a:r>
            <a:r>
              <a:rPr lang="en-US" sz="2400" dirty="0"/>
              <a:t> </a:t>
            </a:r>
            <a:r>
              <a:rPr lang="en-US" sz="2400" u="sng" dirty="0"/>
              <a:t>N</a:t>
            </a:r>
            <a:r>
              <a:rPr lang="en-US" sz="2400" dirty="0"/>
              <a:t> </a:t>
            </a:r>
            <a:r>
              <a:rPr lang="en-US" sz="2400" dirty="0" err="1"/>
              <a:t>jogos</a:t>
            </a:r>
            <a:r>
              <a:rPr lang="en-US" sz="2400" dirty="0"/>
              <a:t>. Mas </a:t>
            </a:r>
            <a:r>
              <a:rPr lang="en-US" sz="2400" dirty="0" err="1"/>
              <a:t>cada</a:t>
            </a:r>
            <a:r>
              <a:rPr lang="en-US" sz="2400" dirty="0"/>
              <a:t> </a:t>
            </a:r>
            <a:r>
              <a:rPr lang="en-US" sz="2400" dirty="0" err="1"/>
              <a:t>jogo</a:t>
            </a:r>
            <a:r>
              <a:rPr lang="en-US" sz="2400" dirty="0"/>
              <a:t> </a:t>
            </a:r>
            <a:r>
              <a:rPr lang="en-US" sz="2400" dirty="0" err="1"/>
              <a:t>está</a:t>
            </a:r>
            <a:r>
              <a:rPr lang="en-US" sz="2400" dirty="0"/>
              <a:t> </a:t>
            </a:r>
            <a:r>
              <a:rPr lang="en-US" sz="2400" dirty="0" err="1"/>
              <a:t>associado</a:t>
            </a:r>
            <a:r>
              <a:rPr lang="en-US" sz="2400" dirty="0"/>
              <a:t> a um </a:t>
            </a:r>
            <a:r>
              <a:rPr lang="en-US" sz="2400" dirty="0" err="1"/>
              <a:t>estúdio</a:t>
            </a:r>
            <a:r>
              <a:rPr lang="en-US" sz="2400" dirty="0"/>
              <a:t> </a:t>
            </a:r>
            <a:r>
              <a:rPr lang="en-US" sz="2400" dirty="0" err="1"/>
              <a:t>específico</a:t>
            </a:r>
            <a:r>
              <a:rPr lang="en-US" sz="2400" dirty="0"/>
              <a:t>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90833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DBCD-BA93-FD30-22AA-B7966DAE6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0B8C390-21A7-DF1C-06F6-B97E2184C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5C1DD03-6333-EECE-9DD0-F0DE7F406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594" y="1169233"/>
            <a:ext cx="6332811" cy="291039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DABD9F5-DE62-B0EC-27CE-D85845F4DF20}"/>
              </a:ext>
            </a:extLst>
          </p:cNvPr>
          <p:cNvSpPr txBox="1"/>
          <p:nvPr/>
        </p:nvSpPr>
        <p:spPr>
          <a:xfrm>
            <a:off x="4023969" y="162426"/>
            <a:ext cx="41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1:N</a:t>
            </a:r>
            <a:endParaRPr lang="pt-BR" sz="3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B527E7-61CC-080D-7932-5942FCECB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86" y="4901264"/>
            <a:ext cx="10212225" cy="115268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58824F4-15AB-AF28-2664-3A8FA72DA630}"/>
              </a:ext>
            </a:extLst>
          </p:cNvPr>
          <p:cNvSpPr txBox="1"/>
          <p:nvPr/>
        </p:nvSpPr>
        <p:spPr>
          <a:xfrm>
            <a:off x="10207869" y="2980592"/>
            <a:ext cx="1125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Chave </a:t>
            </a:r>
            <a:r>
              <a:rPr lang="en-US" sz="1600" dirty="0" err="1"/>
              <a:t>Estrangeira</a:t>
            </a:r>
            <a:endParaRPr lang="pt-BR" sz="1600" dirty="0"/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4975579-A4D0-5A9A-F8DB-C0158185F1C3}"/>
              </a:ext>
            </a:extLst>
          </p:cNvPr>
          <p:cNvCxnSpPr/>
          <p:nvPr/>
        </p:nvCxnSpPr>
        <p:spPr>
          <a:xfrm>
            <a:off x="8889023" y="3174023"/>
            <a:ext cx="12133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51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BFF53-7079-CADB-858A-0510C916D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0DA9CD0-DFF3-18EC-BBF1-0387DADDB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0EECD6C-669A-5F51-8241-E62B962FE40B}"/>
              </a:ext>
            </a:extLst>
          </p:cNvPr>
          <p:cNvSpPr txBox="1"/>
          <p:nvPr/>
        </p:nvSpPr>
        <p:spPr>
          <a:xfrm>
            <a:off x="4023969" y="162426"/>
            <a:ext cx="41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N:M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2536320-8E3A-B537-B8C7-09D80983A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043" y="2871423"/>
            <a:ext cx="2656340" cy="2531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33E4FA9-794E-15E2-9B68-F8D027A89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656" y="2871423"/>
            <a:ext cx="2821301" cy="2531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974AE61D-3133-4882-F691-7779F0D15013}"/>
              </a:ext>
            </a:extLst>
          </p:cNvPr>
          <p:cNvCxnSpPr>
            <a:cxnSpLocks/>
          </p:cNvCxnSpPr>
          <p:nvPr/>
        </p:nvCxnSpPr>
        <p:spPr>
          <a:xfrm>
            <a:off x="5260730" y="4185138"/>
            <a:ext cx="15386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7DE0E5C-1679-6707-FF97-B0FDEDF8DA03}"/>
              </a:ext>
            </a:extLst>
          </p:cNvPr>
          <p:cNvSpPr txBox="1"/>
          <p:nvPr/>
        </p:nvSpPr>
        <p:spPr>
          <a:xfrm>
            <a:off x="5260730" y="3710354"/>
            <a:ext cx="304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E31AB25-ACBD-F6B5-9431-5C63F559125F}"/>
              </a:ext>
            </a:extLst>
          </p:cNvPr>
          <p:cNvSpPr txBox="1"/>
          <p:nvPr/>
        </p:nvSpPr>
        <p:spPr>
          <a:xfrm>
            <a:off x="6386893" y="4290591"/>
            <a:ext cx="304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000ACED-C7D4-7E72-3C57-00C7CDDF2D76}"/>
              </a:ext>
            </a:extLst>
          </p:cNvPr>
          <p:cNvSpPr txBox="1"/>
          <p:nvPr/>
        </p:nvSpPr>
        <p:spPr>
          <a:xfrm>
            <a:off x="1989992" y="1332258"/>
            <a:ext cx="82120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Em um </a:t>
            </a:r>
            <a:r>
              <a:rPr lang="en-US" sz="2000" dirty="0" err="1"/>
              <a:t>jogo</a:t>
            </a:r>
            <a:r>
              <a:rPr lang="en-US" sz="2000" dirty="0"/>
              <a:t>, qual a </a:t>
            </a:r>
            <a:r>
              <a:rPr lang="en-US" sz="2000" dirty="0" err="1"/>
              <a:t>relação</a:t>
            </a:r>
            <a:r>
              <a:rPr lang="en-US" sz="2000" dirty="0"/>
              <a:t> entre um </a:t>
            </a:r>
            <a:r>
              <a:rPr lang="en-US" sz="2000" dirty="0" err="1"/>
              <a:t>Personagem</a:t>
            </a:r>
            <a:r>
              <a:rPr lang="en-US" sz="2000" dirty="0"/>
              <a:t> e um Item?</a:t>
            </a:r>
          </a:p>
          <a:p>
            <a:r>
              <a:rPr lang="en-US" sz="2000" dirty="0"/>
              <a:t>Um </a:t>
            </a:r>
            <a:r>
              <a:rPr lang="en-US" sz="2000" dirty="0" err="1"/>
              <a:t>Personagem</a:t>
            </a:r>
            <a:r>
              <a:rPr lang="en-US" sz="2000" dirty="0"/>
              <a:t> </a:t>
            </a:r>
            <a:r>
              <a:rPr lang="en-US" sz="2000" dirty="0" err="1"/>
              <a:t>pode</a:t>
            </a:r>
            <a:r>
              <a:rPr lang="en-US" sz="2000" dirty="0"/>
              <a:t> </a:t>
            </a:r>
            <a:r>
              <a:rPr lang="en-US" sz="2000" dirty="0" err="1"/>
              <a:t>ter</a:t>
            </a:r>
            <a:r>
              <a:rPr lang="en-US" sz="2000" dirty="0"/>
              <a:t> </a:t>
            </a:r>
            <a:r>
              <a:rPr lang="en-US" sz="2000" dirty="0" err="1"/>
              <a:t>vários</a:t>
            </a:r>
            <a:r>
              <a:rPr lang="en-US" sz="2000" dirty="0"/>
              <a:t> </a:t>
            </a:r>
            <a:r>
              <a:rPr lang="en-US" sz="2000" dirty="0" err="1"/>
              <a:t>Itens</a:t>
            </a:r>
            <a:r>
              <a:rPr lang="en-US" sz="2000" dirty="0"/>
              <a:t>(M), mas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Itens</a:t>
            </a:r>
            <a:r>
              <a:rPr lang="en-US" sz="2000" dirty="0"/>
              <a:t> </a:t>
            </a:r>
            <a:r>
              <a:rPr lang="en-US" sz="2000" dirty="0" err="1"/>
              <a:t>podem</a:t>
            </a:r>
            <a:r>
              <a:rPr lang="en-US" sz="2000" dirty="0"/>
              <a:t> ser </a:t>
            </a:r>
            <a:r>
              <a:rPr lang="en-US" sz="2000" dirty="0" err="1"/>
              <a:t>equipados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Personagens</a:t>
            </a:r>
            <a:r>
              <a:rPr lang="en-US" sz="2000" dirty="0"/>
              <a:t> </a:t>
            </a:r>
            <a:r>
              <a:rPr lang="en-US" sz="2000" dirty="0" err="1"/>
              <a:t>distintos</a:t>
            </a:r>
            <a:r>
              <a:rPr lang="en-US" sz="2000" dirty="0"/>
              <a:t>(N)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272570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87707-3412-8B74-D012-FF87043C4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7770ED4-B989-7643-EDD1-6A8EF894C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2AC841F-9CBB-17EC-C849-A52865FA6D64}"/>
              </a:ext>
            </a:extLst>
          </p:cNvPr>
          <p:cNvSpPr txBox="1"/>
          <p:nvPr/>
        </p:nvSpPr>
        <p:spPr>
          <a:xfrm>
            <a:off x="4023969" y="162426"/>
            <a:ext cx="414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Relacionamento</a:t>
            </a:r>
            <a:r>
              <a:rPr lang="en-US" sz="3600" dirty="0"/>
              <a:t> N:M</a:t>
            </a:r>
            <a:endParaRPr lang="pt-BR" sz="3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45445C3-6B65-36B0-EF44-A5A09EF44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816" y="1515872"/>
            <a:ext cx="10078368" cy="246704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570BD9F-C742-343B-AE23-2FCBD653A39C}"/>
              </a:ext>
            </a:extLst>
          </p:cNvPr>
          <p:cNvSpPr txBox="1"/>
          <p:nvPr/>
        </p:nvSpPr>
        <p:spPr>
          <a:xfrm>
            <a:off x="1858108" y="4741963"/>
            <a:ext cx="8475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Nesse </a:t>
            </a:r>
            <a:r>
              <a:rPr lang="en-US" dirty="0" err="1"/>
              <a:t>caso</a:t>
            </a:r>
            <a:r>
              <a:rPr lang="en-US" dirty="0"/>
              <a:t>, é </a:t>
            </a:r>
            <a:r>
              <a:rPr lang="en-US" dirty="0" err="1"/>
              <a:t>preciso</a:t>
            </a:r>
            <a:r>
              <a:rPr lang="en-US" dirty="0"/>
              <a:t>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intermediária</a:t>
            </a:r>
            <a:r>
              <a:rPr lang="en-US" dirty="0"/>
              <a:t>(o model </a:t>
            </a:r>
            <a:r>
              <a:rPr lang="en-US" dirty="0" err="1"/>
              <a:t>cria</a:t>
            </a:r>
            <a:r>
              <a:rPr lang="en-US" dirty="0"/>
              <a:t> </a:t>
            </a:r>
            <a:r>
              <a:rPr lang="en-US" dirty="0" err="1"/>
              <a:t>automaticamente</a:t>
            </a:r>
            <a:r>
              <a:rPr lang="en-US" dirty="0"/>
              <a:t>, mas no Script é </a:t>
            </a:r>
            <a:r>
              <a:rPr lang="en-US" dirty="0" err="1"/>
              <a:t>necessária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implementação</a:t>
            </a:r>
            <a:r>
              <a:rPr lang="en-US" dirty="0"/>
              <a:t>). As </a:t>
            </a:r>
            <a:r>
              <a:rPr lang="en-US" dirty="0" err="1"/>
              <a:t>chaves</a:t>
            </a:r>
            <a:r>
              <a:rPr lang="en-US" dirty="0"/>
              <a:t> </a:t>
            </a:r>
            <a:r>
              <a:rPr lang="en-US" dirty="0" err="1"/>
              <a:t>primárias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das </a:t>
            </a:r>
            <a:r>
              <a:rPr lang="en-US" dirty="0" err="1"/>
              <a:t>entidades</a:t>
            </a:r>
            <a:r>
              <a:rPr lang="en-US" dirty="0"/>
              <a:t> </a:t>
            </a:r>
            <a:r>
              <a:rPr lang="en-US" dirty="0" err="1"/>
              <a:t>vira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das </a:t>
            </a:r>
            <a:r>
              <a:rPr lang="en-US" dirty="0" err="1"/>
              <a:t>chaves</a:t>
            </a:r>
            <a:r>
              <a:rPr lang="en-US" dirty="0"/>
              <a:t> </a:t>
            </a:r>
            <a:r>
              <a:rPr lang="en-US" dirty="0" err="1"/>
              <a:t>entrangeiras</a:t>
            </a:r>
            <a:r>
              <a:rPr lang="en-US" dirty="0"/>
              <a:t> dessa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intermediária</a:t>
            </a:r>
            <a:r>
              <a:rPr lang="en-US" dirty="0"/>
              <a:t>. É </a:t>
            </a:r>
            <a:r>
              <a:rPr lang="en-US" dirty="0" err="1"/>
              <a:t>possível</a:t>
            </a:r>
            <a:r>
              <a:rPr lang="en-US" dirty="0"/>
              <a:t> </a:t>
            </a:r>
            <a:r>
              <a:rPr lang="en-US" dirty="0" err="1"/>
              <a:t>inserir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</a:t>
            </a:r>
            <a:r>
              <a:rPr lang="en-US" dirty="0" err="1"/>
              <a:t>nesta</a:t>
            </a:r>
            <a:r>
              <a:rPr lang="en-US" dirty="0"/>
              <a:t> </a:t>
            </a:r>
            <a:r>
              <a:rPr lang="en-US" dirty="0" err="1"/>
              <a:t>tabela</a:t>
            </a:r>
            <a:r>
              <a:rPr lang="en-US" dirty="0"/>
              <a:t> nova,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</a:t>
            </a:r>
            <a:r>
              <a:rPr lang="en-US" dirty="0" err="1"/>
              <a:t>feito</a:t>
            </a:r>
            <a:r>
              <a:rPr lang="en-US" dirty="0"/>
              <a:t> com “</a:t>
            </a:r>
            <a:r>
              <a:rPr lang="en-US" dirty="0" err="1"/>
              <a:t>capArmazenamento</a:t>
            </a:r>
            <a:r>
              <a:rPr lang="en-US" dirty="0"/>
              <a:t>”.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8150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0F05-0A0D-2A30-D252-18EF80FB3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7A3CAEF-2EF5-8DED-C70F-4585B6515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B31854F-8975-2679-DE5C-562254DDA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97" y="85011"/>
            <a:ext cx="10964805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CAF60-821D-41B0-1321-DD12AD3E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7610CA9-A525-DEF8-EFD5-D3278795D9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2BC9A07-F41E-C7CA-21D9-EBDF1B10F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202" y="623496"/>
            <a:ext cx="11069595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19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AB37-5447-0C6D-4501-1950BA89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10EBDFF-A981-15BC-B40B-540301417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CC07FA8-D63C-1513-55A6-12D8CB130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70" y="-37288"/>
            <a:ext cx="11342076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No competitivo setor do varejo, a rede </a:t>
            </a:r>
            <a:r>
              <a:rPr lang="pt-BR" sz="1600" b="1" dirty="0"/>
              <a:t>Mercado Mendes</a:t>
            </a:r>
            <a:r>
              <a:rPr lang="pt-BR" sz="1600" dirty="0"/>
              <a:t> decidiu digitalizar suas operações para bater de frente com os grandes do mercado. Eles precisam de um sistema robusto para gerenciar produtos, unidades físicas, clientes e logística de entrega.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pt-BR" sz="1600" dirty="0"/>
              <a:t>Produto :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Cada Produto deve ter uma identificação única (ID);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Nome;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Categoria(Higiene, Hortifrúti, Laticínios, Padaria, etc.);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Preço de Venda (Em Reais);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Quantidade disponível em estoque.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2. Informações das Unidades (Lojas):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Cada Loja deve ter um identificador único (ID);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Nome da Unidade (Ex.: Unidade Centro, Unidade Oeste);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Localização (Endereço ou Bairro);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Nome do Gerente Responsável;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Informação </a:t>
            </a:r>
            <a:r>
              <a:rPr lang="pt-BR" sz="1600" u="sng" dirty="0"/>
              <a:t>opcional</a:t>
            </a:r>
            <a:r>
              <a:rPr lang="pt-BR" sz="1600" dirty="0"/>
              <a:t> se tem Selo de Sustentabilidade.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Um produto é vendido por várias lojas diferentes e uma única loja vende um ou mais produtos distintos.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195100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2CE3A-F8B7-E786-247A-436813E90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42806E5-AF47-0474-5074-CF108216C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294FA2D-A038-7E73-345C-DC73529EA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70" y="85827"/>
            <a:ext cx="11342076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No competitivo setor do varejo, a rede </a:t>
            </a:r>
            <a:r>
              <a:rPr lang="pt-BR" sz="1600" b="1" dirty="0"/>
              <a:t>Mercado Mendes</a:t>
            </a:r>
            <a:r>
              <a:rPr lang="pt-BR" sz="1600" dirty="0"/>
              <a:t> decidiu digitalizar suas operações para bater de frente com os grandes do mercado. Eles precisam de um sistema robusto para gerenciar produtos, unidades físicas, clientes e logística de entrega.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3. Clientes: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CPF;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Nome Completo;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Região de Residência;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E-mail de contato (notificação de ofertas);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Nível de Fidelidade(1 a 10).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4. Compras: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Um cliente pode realizar várias compras, assim como cada produto pode ser comprado por muitos clientes distintos.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Toda compra possui um valor total;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Tipo de Pagamento(Cartão, Pix, Dinheiro);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Código de Rastreamento Único do pedido.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5. Logística (Entrega):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Código de Identificação Único da Transportadora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Prazo de Entrega (Data);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Valor do Frete Calculado (aceita centavos).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091971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65D06-9466-1E93-95B2-6ED64631F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56E436-977C-D3D6-7779-7A651B269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EE4C973-0C7D-2226-1C01-0ABA7B2CD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070" y="85832"/>
            <a:ext cx="11342076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No competitivo setor do varejo, a rede </a:t>
            </a:r>
            <a:r>
              <a:rPr lang="pt-BR" sz="1600" b="1" dirty="0"/>
              <a:t>Mercado Mendes</a:t>
            </a:r>
            <a:r>
              <a:rPr lang="pt-BR" sz="1600" dirty="0"/>
              <a:t> decidiu digitalizar suas operações para bater de frente com os grandes do mercado. Eles precisam de um sistema robusto para gerenciar produtos, unidades físicas, clientes e logística de entrega.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Um único serviço de logística é responsável por despachar todas as compras da rede, e cada compra é entregue exclusivamente por este serviço.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6. Avaliações dos Clientes: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1600" dirty="0"/>
              <a:t>Após receber a compra, um cliente pode avaliar os produtos recebidos.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Toda avaliação feita deve possuir uma nota de uma a cinco estrelas;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600" dirty="0"/>
              <a:t>O cliente tem a opção de escrever um comentário/feedback sobre a qualidade do produto.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276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3D6E-FC32-50DA-1CBC-9FDC465B1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33F163-C736-9349-5711-22D353FEF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625611-E7FA-1D72-494A-0AFBC3CF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43371B3-3339-12F0-DD89-453EBF0A0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30338DA-9061-D8D4-B5A5-66A14A047FD4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846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724</Words>
  <Application>Microsoft Office PowerPoint</Application>
  <PresentationFormat>Widescreen</PresentationFormat>
  <Paragraphs>110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Reis</dc:creator>
  <cp:lastModifiedBy>Felipe Tagawa</cp:lastModifiedBy>
  <cp:revision>4</cp:revision>
  <dcterms:created xsi:type="dcterms:W3CDTF">2025-07-18T12:28:20Z</dcterms:created>
  <dcterms:modified xsi:type="dcterms:W3CDTF">2026-01-20T21:02:27Z</dcterms:modified>
</cp:coreProperties>
</file>