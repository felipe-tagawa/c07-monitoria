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58" r:id="rId4"/>
    <p:sldId id="264" r:id="rId5"/>
    <p:sldId id="265" r:id="rId6"/>
    <p:sldId id="278" r:id="rId7"/>
    <p:sldId id="266" r:id="rId8"/>
    <p:sldId id="267" r:id="rId9"/>
    <p:sldId id="276" r:id="rId10"/>
    <p:sldId id="277" r:id="rId11"/>
    <p:sldId id="268" r:id="rId12"/>
    <p:sldId id="275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AFD3D-5E5C-5D88-B6C2-DA51E7C0B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C825BEC-725B-E641-56F1-D366A41E5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9432CE-240D-1626-7181-8AE1556A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18E989-45C5-2F74-BBC1-F2FD3AA6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68C76A-5D5B-1E94-63F3-F2C30BD71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015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3E3A3-5EE2-93CC-BB3C-E96FCF391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30406-EC8C-1B5B-97E7-C811C1687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BD3A84D-FEC1-35D5-EE1C-84CB86CE6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B1B6AA3-9681-9E95-0962-9250EBC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1EDFD7-60BB-E081-DC1F-E4E050955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389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EBB08-8F33-7BB7-2FF9-C217D67CD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D0D464D-9649-0082-9D22-D4D4A1516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C7BBC0-0070-C63A-8BEF-017008160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2DF584-3EF7-EDFB-C69B-A539C17BD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E84B92-1D87-EF5F-DD04-6A4C849C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7497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F6E866-3F62-EBBA-616A-C4507816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540260-C4D4-0EFD-9DDE-778F381228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AAE333E-E600-C020-B4B7-7481FEE0A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384696-6679-1B02-E3A4-49B3E488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F2BB447-1405-1FF5-0F58-0AC59357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4196A0-B5DD-024D-23C4-3CE11649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762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1AF8F-0981-458E-495B-60EE0FDA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E21A503-A629-D035-23DB-7CD79A438B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D94F35E-68BB-7D99-1292-B3D9509C3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7143544-646F-B258-AB3F-DA27D4CD1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7D9F6A4-CDFB-EEC3-3255-6997E750E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A7383249-A01E-E7B8-2AF8-BB022D8C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5AFA9CB-D56C-61DF-1A38-8827F8BD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66A94A8-8842-6397-51E0-CF08D40C8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93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BC45F-7F7A-C05E-EADC-9F2477FA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DA5B3852-E703-0613-811E-92EB24557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0C07406-8EC1-949B-7A4F-E686E1B6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1F3A2B2-DA7D-3514-11EE-7D64B628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75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6345807-90F3-75D6-EBDC-ED270E57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368E66C-978E-1BA2-E3BF-3E53F70F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19D3CD5-A59B-93AA-53EA-DDB5AB11F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119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B0289A-F32F-CDE4-3821-DF653F4E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F81B7-EAE0-1215-7E4C-E4B3D182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3345A6D-11B7-6DDB-CC45-CE9B2A8428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203CAD-D112-20E8-F844-8E18A19C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1BA2081-0935-1AA3-2F87-0CB1CED28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DF87E06-5CA6-943D-CE7F-D45A1FEA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931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CBD5A2-682F-9418-0A0A-D5930CE93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0F7DC9F-0BDF-0D40-02DE-D36F3A0EF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76CD42-BFD6-E771-B3FA-1A90C20A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1D9E123-83B2-64A2-3FCD-345F0773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82C9211-EBD5-8DE7-8010-3FB4FF8A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399E9B-7BF8-7C59-2C75-2F9EB2F4A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1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D330BD-9560-1351-0F96-827127D61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F81799-7699-6E8D-4902-39023CB2D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F019AC-4472-DE2D-52F1-FAAE97025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3ED61E-20DB-8387-544E-6FBA8C8B2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6C012A5-4B41-B501-A959-B5F7494A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67971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65998B9-9270-88D0-03F1-7E0B0D1C3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C0E1009-6087-12FE-7C7A-E230330BDC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DC3BC4-0A82-879C-548D-C047E5D5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681762-DD5D-5A15-0A5F-1296D06D9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78C9EE6-5928-C69A-834F-FBCDBBD76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0737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FA7065-F71C-185A-4EDC-242854C8C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F49F5A6-80E4-AF16-8A1C-F004974796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EB7169-006A-B840-5DC1-4A1CFE3A1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5F205-BC06-4923-AE40-F9637F79EC90}" type="datetimeFigureOut">
              <a:rPr lang="pt-BR" smtClean="0"/>
              <a:t>20/02/2026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1F48B4A-6EEA-63AA-BE32-B090EFD19F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0E522E-4B0B-F9B0-783D-DA971BB8D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8DFB94-CDF0-4C9A-9796-1733853694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8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DCL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5978767" y="3428999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5978767" y="3809084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3E9DFB4-8ED3-3215-A90B-FE15AF324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D37D4BD6-6E9D-BC94-4B09-41EDDFEBB365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Comandos DCL</a:t>
            </a:r>
            <a:endParaRPr lang="pt-BR" sz="36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5EE2593-6BF0-FC60-1497-3F7C0682EA10}"/>
              </a:ext>
            </a:extLst>
          </p:cNvPr>
          <p:cNvSpPr txBox="1"/>
          <p:nvPr/>
        </p:nvSpPr>
        <p:spPr>
          <a:xfrm>
            <a:off x="756138" y="1086650"/>
            <a:ext cx="109552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u="sng" dirty="0"/>
              <a:t>DCL (Data Control Language)</a:t>
            </a:r>
            <a:r>
              <a:rPr lang="en-US" sz="2800" dirty="0"/>
              <a:t> é o conjunto de </a:t>
            </a:r>
            <a:r>
              <a:rPr lang="en-US" sz="2800" dirty="0" err="1"/>
              <a:t>comandos</a:t>
            </a:r>
            <a:r>
              <a:rPr lang="en-US" sz="2800" dirty="0"/>
              <a:t> </a:t>
            </a:r>
            <a:r>
              <a:rPr lang="en-US" sz="2800" dirty="0" err="1"/>
              <a:t>responsáveis</a:t>
            </a:r>
            <a:r>
              <a:rPr lang="en-US" sz="2800" dirty="0"/>
              <a:t> </a:t>
            </a:r>
            <a:r>
              <a:rPr lang="en-US" sz="2800" dirty="0" err="1"/>
              <a:t>por</a:t>
            </a:r>
            <a:r>
              <a:rPr lang="en-US" sz="2800" dirty="0"/>
              <a:t> </a:t>
            </a:r>
            <a:r>
              <a:rPr lang="en-US" sz="2800" dirty="0" err="1"/>
              <a:t>garantir</a:t>
            </a:r>
            <a:r>
              <a:rPr lang="en-US" sz="2800" dirty="0"/>
              <a:t> o </a:t>
            </a:r>
            <a:r>
              <a:rPr lang="en-US" sz="2800" dirty="0" err="1"/>
              <a:t>controle</a:t>
            </a:r>
            <a:r>
              <a:rPr lang="en-US" sz="2800" dirty="0"/>
              <a:t> de </a:t>
            </a:r>
            <a:r>
              <a:rPr lang="en-US" sz="2800" dirty="0" err="1"/>
              <a:t>acesso</a:t>
            </a:r>
            <a:r>
              <a:rPr lang="en-US" sz="2800" dirty="0"/>
              <a:t> </a:t>
            </a:r>
            <a:r>
              <a:rPr lang="en-US" sz="2800" dirty="0" err="1"/>
              <a:t>ao</a:t>
            </a:r>
            <a:r>
              <a:rPr lang="en-US" sz="2800" dirty="0"/>
              <a:t> banco de dados </a:t>
            </a:r>
            <a:endParaRPr lang="pt-BR" sz="28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63B4F7E-72A5-CB9C-6D1E-63E177506939}"/>
              </a:ext>
            </a:extLst>
          </p:cNvPr>
          <p:cNvSpPr txBox="1"/>
          <p:nvPr/>
        </p:nvSpPr>
        <p:spPr>
          <a:xfrm>
            <a:off x="756138" y="2525774"/>
            <a:ext cx="203981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Comandos:</a:t>
            </a:r>
          </a:p>
          <a:p>
            <a:endParaRPr lang="en-US" sz="24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GRANT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3600" dirty="0"/>
              <a:t>REVOKE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4056721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AA2FC-9E81-B68A-E687-04EC51BD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B4D158-B3F3-63A6-624C-34CD33358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34FBBEA-A621-DD22-64F6-B27667FBF209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GRANT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C6AE71E-B61B-D8D1-E1A6-DD85F59618C7}"/>
              </a:ext>
            </a:extLst>
          </p:cNvPr>
          <p:cNvSpPr txBox="1"/>
          <p:nvPr/>
        </p:nvSpPr>
        <p:spPr>
          <a:xfrm>
            <a:off x="756138" y="1086650"/>
            <a:ext cx="1095521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Concede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a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 É</a:t>
            </a:r>
            <a:r>
              <a:rPr lang="en-US" sz="2000" b="1" dirty="0"/>
              <a:t> </a:t>
            </a:r>
            <a:r>
              <a:rPr lang="en-US" sz="2000" b="1" dirty="0" err="1"/>
              <a:t>necessário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informemos</a:t>
            </a:r>
            <a:r>
              <a:rPr lang="en-US" sz="2000" dirty="0"/>
              <a:t> qual o </a:t>
            </a:r>
            <a:r>
              <a:rPr lang="en-US" sz="2000" dirty="0" err="1"/>
              <a:t>endereço</a:t>
            </a:r>
            <a:r>
              <a:rPr lang="en-US" sz="2000" dirty="0"/>
              <a:t> IP </a:t>
            </a:r>
            <a:r>
              <a:rPr lang="en-US" sz="2000" dirty="0" err="1"/>
              <a:t>poderá</a:t>
            </a:r>
            <a:r>
              <a:rPr lang="en-US" sz="2000" dirty="0"/>
              <a:t> </a:t>
            </a:r>
            <a:r>
              <a:rPr lang="en-US" sz="2000" dirty="0" err="1"/>
              <a:t>acessar</a:t>
            </a:r>
            <a:r>
              <a:rPr lang="en-US" sz="2000" dirty="0"/>
              <a:t> (‘@’%’, ‘@’localhost’ </a:t>
            </a:r>
            <a:r>
              <a:rPr lang="en-US" sz="2000" dirty="0" err="1"/>
              <a:t>ou</a:t>
            </a:r>
            <a:r>
              <a:rPr lang="en-US" sz="2000" dirty="0"/>
              <a:t> ‘@’</a:t>
            </a:r>
            <a:r>
              <a:rPr lang="en-US" sz="2000" dirty="0" err="1"/>
              <a:t>EndereçoIP</a:t>
            </a:r>
            <a:r>
              <a:rPr lang="en-US" sz="2000" dirty="0"/>
              <a:t>’ </a:t>
            </a:r>
            <a:r>
              <a:rPr lang="en-US" sz="2000" dirty="0" err="1"/>
              <a:t>após</a:t>
            </a:r>
            <a:r>
              <a:rPr lang="en-US" sz="2000" dirty="0"/>
              <a:t> o </a:t>
            </a:r>
            <a:r>
              <a:rPr lang="en-US" sz="2000" dirty="0" err="1"/>
              <a:t>nome</a:t>
            </a:r>
            <a:r>
              <a:rPr lang="en-US" sz="2000" dirty="0"/>
              <a:t>).</a:t>
            </a:r>
          </a:p>
          <a:p>
            <a:endParaRPr lang="en-US" sz="2000" dirty="0"/>
          </a:p>
          <a:p>
            <a:r>
              <a:rPr lang="en-US" sz="2000" dirty="0" err="1"/>
              <a:t>Privilégios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ALL PRIVILEGES –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privilégios</a:t>
            </a:r>
            <a:r>
              <a:rPr lang="en-US" sz="2000" dirty="0"/>
              <a:t>, </a:t>
            </a:r>
            <a:r>
              <a:rPr lang="en-US" sz="2000" dirty="0" err="1"/>
              <a:t>menos</a:t>
            </a:r>
            <a:r>
              <a:rPr lang="en-US" sz="2000" dirty="0"/>
              <a:t> o GRANT;</a:t>
            </a:r>
          </a:p>
          <a:p>
            <a:r>
              <a:rPr lang="en-US" sz="2000" dirty="0"/>
              <a:t>CREATE, ALTER e DROP – DDL</a:t>
            </a:r>
          </a:p>
          <a:p>
            <a:r>
              <a:rPr lang="en-US" sz="2000" dirty="0"/>
              <a:t>SELECT, INSERT, UPDATE E DELETE – DQL e DML</a:t>
            </a:r>
            <a:endParaRPr lang="pt-BR" sz="2000" dirty="0"/>
          </a:p>
        </p:txBody>
      </p:sp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F1FAE06D-BC0D-B9AE-5994-259E06641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9397" y="4160300"/>
            <a:ext cx="7668695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743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05544-BA6B-0383-93FA-15FC76704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304D1D90-4EA9-855A-1056-D0C7D6924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0A96E23-B8CB-E563-4803-281B03243143}"/>
              </a:ext>
            </a:extLst>
          </p:cNvPr>
          <p:cNvSpPr txBox="1"/>
          <p:nvPr/>
        </p:nvSpPr>
        <p:spPr>
          <a:xfrm>
            <a:off x="3747171" y="211328"/>
            <a:ext cx="4697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Hierarquia</a:t>
            </a:r>
            <a:r>
              <a:rPr lang="en-US" sz="3600" dirty="0"/>
              <a:t> de </a:t>
            </a:r>
            <a:r>
              <a:rPr lang="en-US" sz="3600" dirty="0" err="1"/>
              <a:t>Privilégios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9A6E76-8667-D92A-96E5-ECF6B707B003}"/>
              </a:ext>
            </a:extLst>
          </p:cNvPr>
          <p:cNvSpPr txBox="1"/>
          <p:nvPr/>
        </p:nvSpPr>
        <p:spPr>
          <a:xfrm>
            <a:off x="756138" y="1086650"/>
            <a:ext cx="10955215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Os privilégios podem ser aplicados em diferentes níveis.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Global: GRANT ALL ON *.* (Todo o </a:t>
            </a:r>
            <a:r>
              <a:rPr lang="en-US" sz="2800" dirty="0" err="1"/>
              <a:t>servidor</a:t>
            </a:r>
            <a:r>
              <a:rPr lang="en-US" sz="2800" dirty="0"/>
              <a:t>);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Database: GRANT ALL ON </a:t>
            </a:r>
            <a:r>
              <a:rPr lang="en-US" sz="2800" dirty="0" err="1"/>
              <a:t>bd_exemplo</a:t>
            </a:r>
            <a:r>
              <a:rPr lang="en-US" sz="2800" dirty="0"/>
              <a:t>.*;</a:t>
            </a:r>
          </a:p>
          <a:p>
            <a:endParaRPr lang="en-US" sz="2800" dirty="0"/>
          </a:p>
          <a:p>
            <a:r>
              <a:rPr lang="en-US" sz="2800" dirty="0" err="1"/>
              <a:t>Nível</a:t>
            </a:r>
            <a:r>
              <a:rPr lang="en-US" sz="2800" dirty="0"/>
              <a:t> de </a:t>
            </a:r>
            <a:r>
              <a:rPr lang="en-US" sz="2800" dirty="0" err="1"/>
              <a:t>Tabela</a:t>
            </a:r>
            <a:r>
              <a:rPr lang="en-US" sz="2800" dirty="0"/>
              <a:t>: GRANT SELECT ON </a:t>
            </a:r>
            <a:r>
              <a:rPr lang="en-US" sz="2800" dirty="0" err="1"/>
              <a:t>bd_exemplo.Musica</a:t>
            </a:r>
            <a:r>
              <a:rPr lang="en-US" sz="2800" dirty="0"/>
              <a:t>.</a:t>
            </a:r>
          </a:p>
          <a:p>
            <a:endParaRPr lang="en-US" sz="2800" dirty="0"/>
          </a:p>
          <a:p>
            <a:pPr algn="ctr"/>
            <a:r>
              <a:rPr lang="en-US" sz="3600" dirty="0"/>
              <a:t>FLUSH PRIVILEGES</a:t>
            </a:r>
          </a:p>
          <a:p>
            <a:pPr algn="ctr"/>
            <a:endParaRPr lang="en-US" sz="2800" dirty="0"/>
          </a:p>
          <a:p>
            <a:r>
              <a:rPr lang="en-US" sz="2800" dirty="0"/>
              <a:t>- </a:t>
            </a:r>
            <a:r>
              <a:rPr lang="en-US" sz="2800" dirty="0" err="1"/>
              <a:t>Atualiza</a:t>
            </a:r>
            <a:r>
              <a:rPr lang="en-US" sz="2800" dirty="0"/>
              <a:t> a </a:t>
            </a:r>
            <a:r>
              <a:rPr lang="en-US" sz="2800" dirty="0" err="1"/>
              <a:t>tabela</a:t>
            </a:r>
            <a:r>
              <a:rPr lang="en-US" sz="2800" dirty="0"/>
              <a:t> de </a:t>
            </a:r>
            <a:r>
              <a:rPr lang="en-US" sz="2800" dirty="0" err="1"/>
              <a:t>acessos</a:t>
            </a:r>
            <a:r>
              <a:rPr lang="en-US" sz="2800" dirty="0"/>
              <a:t> </a:t>
            </a:r>
            <a:r>
              <a:rPr lang="en-US" sz="2800" dirty="0" err="1"/>
              <a:t>imediatamente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memória</a:t>
            </a:r>
            <a:r>
              <a:rPr lang="en-US" sz="2800" dirty="0"/>
              <a:t>, </a:t>
            </a:r>
            <a:r>
              <a:rPr lang="en-US" sz="2800" dirty="0" err="1"/>
              <a:t>garantindo</a:t>
            </a:r>
            <a:r>
              <a:rPr lang="en-US" sz="2800" dirty="0"/>
              <a:t> </a:t>
            </a:r>
            <a:r>
              <a:rPr lang="en-US" sz="2800" dirty="0" err="1"/>
              <a:t>que</a:t>
            </a:r>
            <a:r>
              <a:rPr lang="en-US" sz="2800" dirty="0"/>
              <a:t> as </a:t>
            </a:r>
            <a:r>
              <a:rPr lang="en-US" sz="2800" dirty="0" err="1"/>
              <a:t>alterações</a:t>
            </a:r>
            <a:r>
              <a:rPr lang="en-US" sz="2800" dirty="0"/>
              <a:t> </a:t>
            </a:r>
            <a:r>
              <a:rPr lang="en-US" sz="2800" dirty="0" err="1"/>
              <a:t>entrem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vigor </a:t>
            </a:r>
            <a:r>
              <a:rPr lang="en-US" sz="2800" dirty="0" err="1"/>
              <a:t>na</a:t>
            </a:r>
            <a:r>
              <a:rPr lang="en-US" sz="2800" dirty="0"/>
              <a:t> hora.</a:t>
            </a:r>
          </a:p>
        </p:txBody>
      </p:sp>
      <p:pic>
        <p:nvPicPr>
          <p:cNvPr id="1028" name="Picture 4" descr="F5 button: 282 imagens, fotos e ilustrações stock livres de direitos |  Shutterstock">
            <a:extLst>
              <a:ext uri="{FF2B5EF4-FFF2-40B4-BE49-F238E27FC236}">
                <a16:creationId xmlns:a16="http://schemas.microsoft.com/office/drawing/2014/main" id="{3098565D-67D3-5820-397B-98157A4371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317" y="4460630"/>
            <a:ext cx="879021" cy="946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3308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228FC-2D67-9F9D-E3FE-7C0649C65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43330A4-D154-B01B-C7CD-9905B6E9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546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542ED33-F66F-B895-52CD-A6D5662FA58E}"/>
              </a:ext>
            </a:extLst>
          </p:cNvPr>
          <p:cNvSpPr txBox="1"/>
          <p:nvPr/>
        </p:nvSpPr>
        <p:spPr>
          <a:xfrm>
            <a:off x="4287898" y="180011"/>
            <a:ext cx="3616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REVOKE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4D406CB-5E29-7055-4FCF-A498AC8D8BD0}"/>
              </a:ext>
            </a:extLst>
          </p:cNvPr>
          <p:cNvSpPr txBox="1"/>
          <p:nvPr/>
        </p:nvSpPr>
        <p:spPr>
          <a:xfrm>
            <a:off x="756138" y="1086650"/>
            <a:ext cx="109552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Revoga</a:t>
            </a:r>
            <a:r>
              <a:rPr lang="en-US" sz="2000" dirty="0"/>
              <a:t>/remove </a:t>
            </a:r>
            <a:r>
              <a:rPr lang="en-US" sz="2000" dirty="0" err="1"/>
              <a:t>certos</a:t>
            </a:r>
            <a:r>
              <a:rPr lang="en-US" sz="2000" dirty="0"/>
              <a:t> </a:t>
            </a:r>
            <a:r>
              <a:rPr lang="en-US" sz="2000" u="sng" dirty="0" err="1"/>
              <a:t>privilégios</a:t>
            </a:r>
            <a:r>
              <a:rPr lang="en-US" sz="2000" dirty="0"/>
              <a:t> de um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especificado</a:t>
            </a:r>
            <a:r>
              <a:rPr lang="en-US" sz="2000" dirty="0"/>
              <a:t>, é claro que é </a:t>
            </a:r>
            <a:r>
              <a:rPr lang="en-US" sz="2000" dirty="0" err="1"/>
              <a:t>necessária</a:t>
            </a:r>
            <a:r>
              <a:rPr lang="en-US" sz="2000" dirty="0"/>
              <a:t> a </a:t>
            </a:r>
            <a:r>
              <a:rPr lang="en-US" sz="2000" dirty="0" err="1"/>
              <a:t>existência</a:t>
            </a:r>
            <a:r>
              <a:rPr lang="en-US" sz="2000" dirty="0"/>
              <a:t> </a:t>
            </a:r>
            <a:r>
              <a:rPr lang="en-US" sz="2000" dirty="0" err="1"/>
              <a:t>desse</a:t>
            </a:r>
            <a:r>
              <a:rPr lang="en-US" sz="2000" dirty="0"/>
              <a:t> </a:t>
            </a:r>
            <a:r>
              <a:rPr lang="en-US" sz="2000" dirty="0" err="1"/>
              <a:t>usuário</a:t>
            </a:r>
            <a:r>
              <a:rPr lang="en-US" sz="2000" dirty="0"/>
              <a:t> </a:t>
            </a:r>
            <a:r>
              <a:rPr lang="en-US" sz="2000" dirty="0" err="1"/>
              <a:t>previamente</a:t>
            </a:r>
            <a:r>
              <a:rPr lang="en-US" sz="2000" dirty="0"/>
              <a:t> para o </a:t>
            </a:r>
            <a:r>
              <a:rPr lang="en-US" sz="2000" dirty="0" err="1"/>
              <a:t>comando</a:t>
            </a:r>
            <a:r>
              <a:rPr lang="en-US" sz="2000" dirty="0"/>
              <a:t> </a:t>
            </a:r>
            <a:r>
              <a:rPr lang="en-US" sz="2000" dirty="0" err="1"/>
              <a:t>funcionar</a:t>
            </a:r>
            <a:r>
              <a:rPr lang="en-US" sz="2000" dirty="0"/>
              <a:t> </a:t>
            </a:r>
            <a:r>
              <a:rPr lang="en-US" sz="2000" dirty="0" err="1"/>
              <a:t>corretamente</a:t>
            </a:r>
            <a:r>
              <a:rPr lang="en-US" sz="2000" dirty="0"/>
              <a:t>.</a:t>
            </a:r>
          </a:p>
          <a:p>
            <a:endParaRPr lang="en-US" sz="2000" u="sng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46D8C06-8875-7D5E-7726-60F8FC1DB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99" y="2903942"/>
            <a:ext cx="10548399" cy="1922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76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A4F8E-4AD2-C185-D666-CC31AEC60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1B911DC-D2E4-9AA3-526C-C93A62642A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D72916B-B297-72D2-D443-82BBF0F5E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755" y="952154"/>
            <a:ext cx="11212490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92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2D139-FCA3-7A77-170A-9C7BD6F09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35B40CF-27D2-5913-E42F-18006945F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C82F101-46D0-6AFC-72F6-2E9AECB00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901" y="331795"/>
            <a:ext cx="2870600" cy="2152950"/>
          </a:xfrm>
          <a:prstGeom prst="rect">
            <a:avLst/>
          </a:prstGeom>
        </p:spPr>
      </p:pic>
      <p:pic>
        <p:nvPicPr>
          <p:cNvPr id="7" name="Imagem 6" descr="Tabela&#10;&#10;O conteúdo gerado por IA pode estar incorreto.">
            <a:extLst>
              <a:ext uri="{FF2B5EF4-FFF2-40B4-BE49-F238E27FC236}">
                <a16:creationId xmlns:a16="http://schemas.microsoft.com/office/drawing/2014/main" id="{7B76D030-F957-6AEC-A976-EBD91BFF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1" y="3812049"/>
            <a:ext cx="2838846" cy="2152950"/>
          </a:xfrm>
          <a:prstGeom prst="rect">
            <a:avLst/>
          </a:prstGeom>
        </p:spPr>
      </p:pic>
      <p:pic>
        <p:nvPicPr>
          <p:cNvPr id="9" name="Imagem 8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2D401DA5-AE98-01C4-4556-A99BC2255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402" y="1564511"/>
            <a:ext cx="6375347" cy="3728977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5D3D6BF2-05FB-B581-144B-1B79375C1B63}"/>
              </a:ext>
            </a:extLst>
          </p:cNvPr>
          <p:cNvSpPr/>
          <p:nvPr/>
        </p:nvSpPr>
        <p:spPr>
          <a:xfrm>
            <a:off x="1301262" y="1204546"/>
            <a:ext cx="2004646" cy="325316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BB338F0C-9321-CC9E-AB82-B33302CA6C1D}"/>
              </a:ext>
            </a:extLst>
          </p:cNvPr>
          <p:cNvSpPr/>
          <p:nvPr/>
        </p:nvSpPr>
        <p:spPr>
          <a:xfrm>
            <a:off x="1186032" y="5521569"/>
            <a:ext cx="2119876" cy="26376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F2E96E51-6609-462F-226F-ABF13AAA66BA}"/>
              </a:ext>
            </a:extLst>
          </p:cNvPr>
          <p:cNvSpPr/>
          <p:nvPr/>
        </p:nvSpPr>
        <p:spPr>
          <a:xfrm>
            <a:off x="7411915" y="1758462"/>
            <a:ext cx="967154" cy="193430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6546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A10E2-91E7-2CA5-10D1-A503A440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F8F9171-963C-9D10-213C-2AF85B59B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6928AEB7-DE03-15B3-9857-8AD37D13D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203" y="647312"/>
            <a:ext cx="9983593" cy="556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84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E472-551B-D9DD-2520-A32CBA43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197F6E7-07D1-05B5-89CE-F019D2FB9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40B8863B-03C1-B480-A27A-28CEB6D93B9A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308B1A65-BBD5-F228-E14F-D40537226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078" y="1632043"/>
            <a:ext cx="4780314" cy="4038541"/>
          </a:xfrm>
          <a:prstGeom prst="rect">
            <a:avLst/>
          </a:prstGeom>
        </p:spPr>
      </p:pic>
      <p:sp>
        <p:nvSpPr>
          <p:cNvPr id="12" name="CaixaDeTexto 11">
            <a:extLst>
              <a:ext uri="{FF2B5EF4-FFF2-40B4-BE49-F238E27FC236}">
                <a16:creationId xmlns:a16="http://schemas.microsoft.com/office/drawing/2014/main" id="{F3B5CFF9-A97A-AE52-F93C-5292FD8768CF}"/>
              </a:ext>
            </a:extLst>
          </p:cNvPr>
          <p:cNvSpPr txBox="1"/>
          <p:nvPr/>
        </p:nvSpPr>
        <p:spPr>
          <a:xfrm>
            <a:off x="5864470" y="1943153"/>
            <a:ext cx="572379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Para o </a:t>
            </a:r>
            <a:r>
              <a:rPr lang="en-US" sz="2400" dirty="0" err="1"/>
              <a:t>esquema</a:t>
            </a:r>
            <a:r>
              <a:rPr lang="en-US" sz="2400" dirty="0"/>
              <a:t> </a:t>
            </a:r>
            <a:r>
              <a:rPr lang="en-US" sz="2400" dirty="0" err="1"/>
              <a:t>ao</a:t>
            </a:r>
            <a:r>
              <a:rPr lang="en-US" sz="2400" dirty="0"/>
              <a:t> </a:t>
            </a:r>
            <a:r>
              <a:rPr lang="en-US" sz="2400" dirty="0" err="1"/>
              <a:t>lado</a:t>
            </a:r>
            <a:r>
              <a:rPr lang="en-US" sz="2400" dirty="0"/>
              <a:t>, </a:t>
            </a:r>
            <a:r>
              <a:rPr lang="en-US" sz="2400" dirty="0" err="1"/>
              <a:t>faça</a:t>
            </a:r>
            <a:r>
              <a:rPr lang="en-US" sz="2400" dirty="0"/>
              <a:t> o que se </a:t>
            </a:r>
            <a:r>
              <a:rPr lang="en-US" sz="2400" dirty="0" err="1"/>
              <a:t>pede</a:t>
            </a:r>
            <a:r>
              <a:rPr lang="en-US" sz="2400" dirty="0"/>
              <a:t>:</a:t>
            </a:r>
          </a:p>
          <a:p>
            <a:endParaRPr lang="en-US" sz="24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 err="1"/>
              <a:t>Crie</a:t>
            </a:r>
            <a:r>
              <a:rPr lang="en-US" sz="2400" dirty="0"/>
              <a:t> </a:t>
            </a:r>
            <a:r>
              <a:rPr lang="en-US" sz="2400" dirty="0" err="1"/>
              <a:t>dois</a:t>
            </a:r>
            <a:r>
              <a:rPr lang="en-US" sz="2400" dirty="0"/>
              <a:t> </a:t>
            </a:r>
            <a:r>
              <a:rPr lang="en-US" sz="2400" dirty="0" err="1"/>
              <a:t>usuários</a:t>
            </a:r>
            <a:r>
              <a:rPr lang="en-US" sz="2400" dirty="0"/>
              <a:t> com </a:t>
            </a:r>
            <a:r>
              <a:rPr lang="en-US" sz="2400" dirty="0" err="1"/>
              <a:t>suas</a:t>
            </a:r>
            <a:r>
              <a:rPr lang="en-US" sz="2400" dirty="0"/>
              <a:t> </a:t>
            </a:r>
            <a:r>
              <a:rPr lang="en-US" sz="2400" dirty="0" err="1"/>
              <a:t>senhas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primeiro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INSERT, DELETE;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Para o </a:t>
            </a:r>
            <a:r>
              <a:rPr lang="en-US" sz="2400" dirty="0" err="1"/>
              <a:t>segundo</a:t>
            </a:r>
            <a:r>
              <a:rPr lang="en-US" sz="2400" dirty="0"/>
              <a:t>, </a:t>
            </a:r>
            <a:r>
              <a:rPr lang="en-US" sz="2400" dirty="0" err="1"/>
              <a:t>conceda</a:t>
            </a:r>
            <a:r>
              <a:rPr lang="en-US" sz="2400" dirty="0"/>
              <a:t>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todos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do </a:t>
            </a:r>
            <a:r>
              <a:rPr lang="en-US" sz="2400" dirty="0" err="1"/>
              <a:t>primeiro</a:t>
            </a:r>
            <a:r>
              <a:rPr lang="en-US" sz="2400" dirty="0"/>
              <a:t>;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2400" dirty="0"/>
              <a:t>Retire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privilégios</a:t>
            </a:r>
            <a:r>
              <a:rPr lang="en-US" sz="2400" dirty="0"/>
              <a:t> UPDATE e DELETE do Segundo </a:t>
            </a:r>
            <a:r>
              <a:rPr lang="en-US" sz="2400" dirty="0" err="1"/>
              <a:t>em</a:t>
            </a:r>
            <a:r>
              <a:rPr lang="en-US" sz="2400" dirty="0"/>
              <a:t> </a:t>
            </a:r>
            <a:r>
              <a:rPr lang="en-US" sz="2400" dirty="0" err="1"/>
              <a:t>todas</a:t>
            </a:r>
            <a:r>
              <a:rPr lang="en-US" sz="2400" dirty="0"/>
              <a:t> as </a:t>
            </a:r>
            <a:r>
              <a:rPr lang="en-US" sz="2400" dirty="0" err="1"/>
              <a:t>tabelas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930558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</TotalTime>
  <Words>281</Words>
  <Application>Microsoft Office PowerPoint</Application>
  <PresentationFormat>Widescreen</PresentationFormat>
  <Paragraphs>42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10</cp:revision>
  <dcterms:created xsi:type="dcterms:W3CDTF">2025-07-21T23:50:22Z</dcterms:created>
  <dcterms:modified xsi:type="dcterms:W3CDTF">2026-02-20T19:10:56Z</dcterms:modified>
</cp:coreProperties>
</file>