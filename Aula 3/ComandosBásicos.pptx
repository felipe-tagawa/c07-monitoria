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EB9E2-38AD-F454-BA87-020DC97C9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7F0564-87EC-DED7-F195-E2215446F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FE9BAF-B287-731B-D0B8-6F837AF94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73EAD5-A89B-6D77-C427-33666145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7E8E14-53F4-1146-05E4-B407CED0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15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A08F6-A8DF-83C2-EEA5-7A9A3690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A684A3-4AA1-6D6E-4CE1-29D1570D3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65B99A-7C9B-CEBB-D770-5043BEDF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3D3FF6-A532-084C-76FE-FA7195A6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15620D-540B-A218-1C31-D2C142B1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05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14C9A-C99D-4B56-90B4-00650AA64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5EEF1A-3650-4EBE-3564-B51CC24B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949160-6F7B-45F6-6AAD-3B3527809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66758E-B551-B111-5B6B-708812A7B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258183-AF5E-980B-CC8F-83EC0C2D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04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F2573-C542-9AF4-5FD8-019A7B93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E908F3-E63F-C340-6161-B476A4B48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E98E41-E649-8A04-9316-B700FA777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F71A51-55B8-E3D2-A075-B5729202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337F1D-50FE-1065-D1E0-74D82EDA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C550F7-03A2-F10C-BE17-69C2DA34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495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33DF1-F056-1988-A347-01D02A369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A3FD66-F446-7D47-1442-EDF0C6DEE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75CB76-8D2E-6834-5B1E-E990055E4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053A47-CDC7-A8E6-8F14-23BEE08D1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E4E28F2-13D0-E661-BF5E-D19A089CF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8F3D9F-EEFC-5C0D-2BF4-2A6E6D02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0EA2BDA-500A-0E39-88E5-27D794D6C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52D91A-4067-D428-23CC-852B6F34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74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3C861-0EFB-DFEC-6CCD-81BF11807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2667C-F54F-6578-24ED-6DF5BBB1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F9F174-4803-6312-0C67-10F9DD6E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0EEB99-3189-5581-2C16-9E47E15E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402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F2F1A7-6D41-1ABF-7841-E82C6B023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616E97-541A-643F-08DF-07A20B2E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CD20C8-65A9-849D-EDF8-4F99FD65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61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3CFA3-50F1-999B-5014-B8B3428F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7294FA-EFA9-C819-D117-0D9BFF030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CFE362-06CE-4249-6C05-92C200997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728A93-B093-DB75-66D1-A9621749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6CFA30-EECC-A1DF-1788-8C7A0A63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432323-7755-F56F-D8A8-BD8A888E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8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90B45-0066-A2A5-0FF9-7F4DB6D1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7A9B83-FDB6-BCF7-6C49-B07382DA0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9036E9-8BA4-6D70-E08B-85F85604C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899A3D-41A6-D0B0-E649-0CB4800F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0ED5F7-DD2D-8505-3CD5-E7F46DAA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43D43D-D645-FE9A-4133-B7AB7A0A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09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58DC0-1015-AD46-92B1-AC0835FE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8AD93C-72F2-46AE-218D-BA33EA17A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C79FBD-BAFB-0B3E-5254-927B0E9F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F6E2B0-5E46-3C19-F803-596E0F0A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D5CE0-56A7-9A67-55B0-B84F9726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537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DA7053-3A41-AD62-3F7E-7B52F7686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6D8469-4FEA-CFEA-D2E1-E2C8C4E4B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1B7040-F368-E2AE-54FA-6A737249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0CEB1D-50EB-D8D4-A61B-1CF9322CF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D52E60-43F3-2850-C82A-C01D5236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71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2FCCB4-B769-C333-8C25-2F88F6A8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CB8A62-37FB-1E60-BCFB-621CC066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5B218-D571-CAAF-CDCF-A0AFDEE73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C07F7-71D6-4EB2-BB6B-DCE721D2C512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287C4B-D0AD-7041-FBC9-8D998D954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2DF0A9-8F66-E8AC-8282-16136A378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86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8B734F7-5F82-8F5C-402C-ADDB94FEA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EDE1E3A-87D7-B255-A4D2-2E2627DB4ADD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F10EBA7-DBF4-E344-8E14-86475A287ADB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0E3785-A842-74B6-E6E9-B6A01F682040}"/>
              </a:ext>
            </a:extLst>
          </p:cNvPr>
          <p:cNvSpPr txBox="1"/>
          <p:nvPr/>
        </p:nvSpPr>
        <p:spPr>
          <a:xfrm>
            <a:off x="105508" y="5257801"/>
            <a:ext cx="46071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Comandos</a:t>
            </a:r>
          </a:p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Básicos</a:t>
            </a:r>
            <a:endParaRPr lang="pt-BR" sz="4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32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168834C-13B9-6CB3-5318-985EEE39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Types of SQL Commands. - Learnomate Technologies">
            <a:extLst>
              <a:ext uri="{FF2B5EF4-FFF2-40B4-BE49-F238E27FC236}">
                <a16:creationId xmlns:a16="http://schemas.microsoft.com/office/drawing/2014/main" id="{2BE99228-959E-AC6D-4561-CD3DF5B2D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941A8B2-D380-DC77-7419-374815BF0369}"/>
              </a:ext>
            </a:extLst>
          </p:cNvPr>
          <p:cNvSpPr txBox="1"/>
          <p:nvPr/>
        </p:nvSpPr>
        <p:spPr>
          <a:xfrm>
            <a:off x="4588119" y="188803"/>
            <a:ext cx="3015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Linguagem</a:t>
            </a:r>
            <a:r>
              <a:rPr lang="en-US" sz="3600" dirty="0"/>
              <a:t> SQL</a:t>
            </a:r>
            <a:endParaRPr lang="pt-BR" sz="3600" dirty="0"/>
          </a:p>
        </p:txBody>
      </p:sp>
      <p:sp>
        <p:nvSpPr>
          <p:cNvPr id="7" name="Símbolo de &quot;Não Permitido&quot; 6">
            <a:extLst>
              <a:ext uri="{FF2B5EF4-FFF2-40B4-BE49-F238E27FC236}">
                <a16:creationId xmlns:a16="http://schemas.microsoft.com/office/drawing/2014/main" id="{AF4F76FA-5614-227F-C3F8-222E32F0BDFE}"/>
              </a:ext>
            </a:extLst>
          </p:cNvPr>
          <p:cNvSpPr/>
          <p:nvPr/>
        </p:nvSpPr>
        <p:spPr>
          <a:xfrm>
            <a:off x="7765806" y="1855177"/>
            <a:ext cx="2347546" cy="1784839"/>
          </a:xfrm>
          <a:prstGeom prst="noSmoking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36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113F-A1BD-AB7E-5C05-BD73BE93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20B5AB8-0114-3359-FC84-630E6C7F1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3E29DD7-F91D-7787-FE3B-123FF3FEFD57}"/>
              </a:ext>
            </a:extLst>
          </p:cNvPr>
          <p:cNvSpPr txBox="1"/>
          <p:nvPr/>
        </p:nvSpPr>
        <p:spPr>
          <a:xfrm>
            <a:off x="4798402" y="180011"/>
            <a:ext cx="2595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Aula de </a:t>
            </a:r>
            <a:r>
              <a:rPr lang="en-US" sz="3600" dirty="0" err="1"/>
              <a:t>Hoje</a:t>
            </a:r>
            <a:endParaRPr lang="pt-BR" sz="3600" dirty="0"/>
          </a:p>
        </p:txBody>
      </p:sp>
      <p:pic>
        <p:nvPicPr>
          <p:cNvPr id="3" name="Picture 2" descr="Types of SQL Commands. - Learnomate Technologies">
            <a:extLst>
              <a:ext uri="{FF2B5EF4-FFF2-40B4-BE49-F238E27FC236}">
                <a16:creationId xmlns:a16="http://schemas.microsoft.com/office/drawing/2014/main" id="{AAE9AD72-B988-9CA1-92D2-AFAE815E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CDAE331-760E-0B2B-E687-90DE10150262}"/>
              </a:ext>
            </a:extLst>
          </p:cNvPr>
          <p:cNvSpPr/>
          <p:nvPr/>
        </p:nvSpPr>
        <p:spPr>
          <a:xfrm flipH="1">
            <a:off x="3068514" y="4448909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1C933C8-ABC8-9C19-5FE1-2E679453A02A}"/>
              </a:ext>
            </a:extLst>
          </p:cNvPr>
          <p:cNvSpPr/>
          <p:nvPr/>
        </p:nvSpPr>
        <p:spPr>
          <a:xfrm flipH="1">
            <a:off x="3068514" y="4769595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7A2CE3F9-1D8A-FD32-1BCF-37A3DFD7E346}"/>
              </a:ext>
            </a:extLst>
          </p:cNvPr>
          <p:cNvSpPr/>
          <p:nvPr/>
        </p:nvSpPr>
        <p:spPr>
          <a:xfrm flipH="1">
            <a:off x="3068514" y="5090281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1D272B77-8F8D-326B-4578-76C5247D0D81}"/>
              </a:ext>
            </a:extLst>
          </p:cNvPr>
          <p:cNvSpPr/>
          <p:nvPr/>
        </p:nvSpPr>
        <p:spPr>
          <a:xfrm flipH="1">
            <a:off x="8812822" y="4518784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30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953C-2667-5FA5-20F5-EA0CBC321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B47676F-2366-1A93-F8CC-15EE6845F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BA1A7E2-1775-E920-5A63-033522EBFE04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INSERT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DA849F-A345-483F-6703-3B4AE3543147}"/>
              </a:ext>
            </a:extLst>
          </p:cNvPr>
          <p:cNvSpPr txBox="1"/>
          <p:nvPr/>
        </p:nvSpPr>
        <p:spPr>
          <a:xfrm>
            <a:off x="3305355" y="1314075"/>
            <a:ext cx="5581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INSERT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7030A0"/>
                </a:solidFill>
              </a:rPr>
              <a:t>INTO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7030A0"/>
                </a:solidFill>
              </a:rPr>
              <a:t>VALUES</a:t>
            </a:r>
            <a:r>
              <a:rPr lang="en-US" sz="2800" dirty="0"/>
              <a:t> (</a:t>
            </a:r>
            <a:r>
              <a:rPr lang="en-US" sz="2800" dirty="0" err="1"/>
              <a:t>valores</a:t>
            </a:r>
            <a:r>
              <a:rPr lang="en-US" sz="2800" dirty="0"/>
              <a:t>);</a:t>
            </a:r>
            <a:endParaRPr lang="pt-BR" sz="28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8ECFF08-3214-FD32-DA35-182EB61B5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51" y="2140417"/>
            <a:ext cx="11642294" cy="124491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932733C-EF95-2FDE-AF68-BCE9DB6656E5}"/>
              </a:ext>
            </a:extLst>
          </p:cNvPr>
          <p:cNvSpPr txBox="1"/>
          <p:nvPr/>
        </p:nvSpPr>
        <p:spPr>
          <a:xfrm>
            <a:off x="4302365" y="3584361"/>
            <a:ext cx="3587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Visualização</a:t>
            </a:r>
            <a:r>
              <a:rPr lang="en-US" sz="2800" dirty="0"/>
              <a:t> dos dados:</a:t>
            </a:r>
            <a:endParaRPr lang="pt-BR" sz="28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40AEC89-9542-9D16-632E-973780FBE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356" y="4306607"/>
            <a:ext cx="6487287" cy="177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4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D38D-4A8B-E1B4-8A0F-E9F077A77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EDDDE11-9478-7AE3-89C9-E0456DBEB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5EF44F-D4C8-ED53-BB60-85CFB75E74A6}"/>
              </a:ext>
            </a:extLst>
          </p:cNvPr>
          <p:cNvSpPr txBox="1"/>
          <p:nvPr/>
        </p:nvSpPr>
        <p:spPr>
          <a:xfrm>
            <a:off x="4279106" y="180011"/>
            <a:ext cx="363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UPDATE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DE0DC9-FD38-C251-52DD-587D1D027AD2}"/>
              </a:ext>
            </a:extLst>
          </p:cNvPr>
          <p:cNvSpPr txBox="1"/>
          <p:nvPr/>
        </p:nvSpPr>
        <p:spPr>
          <a:xfrm>
            <a:off x="3218367" y="1470811"/>
            <a:ext cx="575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UPDATE</a:t>
            </a:r>
            <a:r>
              <a:rPr lang="en-US" sz="2400" dirty="0"/>
              <a:t> </a:t>
            </a:r>
            <a:r>
              <a:rPr lang="en-US" sz="2400" dirty="0" err="1"/>
              <a:t>tabela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7030A0"/>
                </a:solidFill>
              </a:rPr>
              <a:t>SET</a:t>
            </a:r>
            <a:r>
              <a:rPr lang="en-US" sz="2400" dirty="0"/>
              <a:t> </a:t>
            </a:r>
            <a:r>
              <a:rPr lang="en-US" sz="2400" dirty="0" err="1"/>
              <a:t>valorNovo</a:t>
            </a:r>
            <a:r>
              <a:rPr lang="en-US" sz="2400" dirty="0">
                <a:solidFill>
                  <a:srgbClr val="7030A0"/>
                </a:solidFill>
              </a:rPr>
              <a:t> WHERE </a:t>
            </a:r>
            <a:r>
              <a:rPr lang="en-US" sz="2400" dirty="0" err="1"/>
              <a:t>lógica</a:t>
            </a:r>
            <a:r>
              <a:rPr lang="en-US" sz="2400" dirty="0"/>
              <a:t>;</a:t>
            </a: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42834AF-4212-476C-6AAD-449DD9A21D6E}"/>
              </a:ext>
            </a:extLst>
          </p:cNvPr>
          <p:cNvSpPr txBox="1"/>
          <p:nvPr/>
        </p:nvSpPr>
        <p:spPr>
          <a:xfrm>
            <a:off x="4297965" y="3623989"/>
            <a:ext cx="3596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Visualização</a:t>
            </a:r>
            <a:r>
              <a:rPr lang="en-US" sz="2800" dirty="0"/>
              <a:t> dos dados:</a:t>
            </a:r>
            <a:endParaRPr lang="pt-BR" sz="28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67A3934-E26D-F670-F471-31A6347D3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060" y="4446654"/>
            <a:ext cx="6825873" cy="178930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825EBEF-583D-5549-65F1-31EE3CBB3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49" y="6371167"/>
            <a:ext cx="3559961" cy="48683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D93D7FA-4937-ACC8-81C6-4CE821550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18" y="2297153"/>
            <a:ext cx="11488753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6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AA2EF7D-1436-5173-FBA1-46565A98A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7E5C040-8DA2-825E-0A25-BACCE140F682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DELETE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AD9ED3F-F399-FC52-7DCC-84E053216FA6}"/>
              </a:ext>
            </a:extLst>
          </p:cNvPr>
          <p:cNvSpPr txBox="1"/>
          <p:nvPr/>
        </p:nvSpPr>
        <p:spPr>
          <a:xfrm>
            <a:off x="3391726" y="1347986"/>
            <a:ext cx="5408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DELETE FROM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>
                <a:solidFill>
                  <a:srgbClr val="7030A0"/>
                </a:solidFill>
              </a:rPr>
              <a:t> WHERE </a:t>
            </a:r>
            <a:r>
              <a:rPr lang="en-US" sz="2800" dirty="0" err="1"/>
              <a:t>lógica</a:t>
            </a:r>
            <a:r>
              <a:rPr lang="en-US" sz="2800" dirty="0"/>
              <a:t>;</a:t>
            </a:r>
            <a:endParaRPr lang="pt-BR" sz="28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5E7FA1E-2892-FE59-57E9-5EF37403556B}"/>
              </a:ext>
            </a:extLst>
          </p:cNvPr>
          <p:cNvSpPr txBox="1"/>
          <p:nvPr/>
        </p:nvSpPr>
        <p:spPr>
          <a:xfrm>
            <a:off x="4289175" y="3557339"/>
            <a:ext cx="3613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Visualização</a:t>
            </a:r>
            <a:r>
              <a:rPr lang="en-US" sz="2800" dirty="0"/>
              <a:t> dos dados:</a:t>
            </a:r>
            <a:endParaRPr lang="pt-BR" sz="28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330089C-1F5C-B9BB-B6B0-5F5554EAE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553" y="4448980"/>
            <a:ext cx="7598893" cy="158617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70731-9117-8F41-3604-78EF8B718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807" y="2352829"/>
            <a:ext cx="8640381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3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AACB-1EA5-DFBB-D0D3-874AE28AA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2E4E66F-B66E-B17D-4EA2-332DFC7AC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EFB90F2-2A13-F563-5CA7-AD6BF0E3ACF9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02B2434-5824-EA30-1C5C-E28F98C02BA9}"/>
              </a:ext>
            </a:extLst>
          </p:cNvPr>
          <p:cNvSpPr txBox="1"/>
          <p:nvPr/>
        </p:nvSpPr>
        <p:spPr>
          <a:xfrm>
            <a:off x="3098970" y="1894104"/>
            <a:ext cx="5994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SELECT </a:t>
            </a:r>
            <a:r>
              <a:rPr lang="en-US" sz="2400" dirty="0" err="1"/>
              <a:t>atributo</a:t>
            </a:r>
            <a:r>
              <a:rPr lang="en-US" sz="2400" dirty="0"/>
              <a:t>(s)</a:t>
            </a:r>
            <a:r>
              <a:rPr lang="en-US" sz="2400" dirty="0">
                <a:solidFill>
                  <a:srgbClr val="7030A0"/>
                </a:solidFill>
              </a:rPr>
              <a:t> FROM</a:t>
            </a:r>
            <a:r>
              <a:rPr lang="en-US" sz="2400" dirty="0"/>
              <a:t> </a:t>
            </a:r>
            <a:r>
              <a:rPr lang="en-US" sz="2400" dirty="0" err="1"/>
              <a:t>tabela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7030A0"/>
                </a:solidFill>
              </a:rPr>
              <a:t>WHERE</a:t>
            </a:r>
            <a:r>
              <a:rPr lang="en-US" sz="2400" dirty="0"/>
              <a:t> </a:t>
            </a:r>
            <a:r>
              <a:rPr lang="en-US" sz="2400" dirty="0" err="1"/>
              <a:t>lógica</a:t>
            </a:r>
            <a:r>
              <a:rPr lang="en-US" sz="2400" dirty="0"/>
              <a:t>;</a:t>
            </a: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901F1E-039F-7BF8-CB2E-D9A050361F3B}"/>
              </a:ext>
            </a:extLst>
          </p:cNvPr>
          <p:cNvSpPr txBox="1"/>
          <p:nvPr/>
        </p:nvSpPr>
        <p:spPr>
          <a:xfrm>
            <a:off x="4002696" y="1182497"/>
            <a:ext cx="4186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Busca</a:t>
            </a:r>
            <a:r>
              <a:rPr lang="en-US" sz="2800" dirty="0"/>
              <a:t> / Consulta dos Dados</a:t>
            </a:r>
            <a:endParaRPr lang="pt-BR" sz="28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FBF992B-5D67-EF50-389E-9C57B589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864" y="2711924"/>
            <a:ext cx="6430272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F10D-C4BF-6CA9-B20D-7B6A92FB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DFDD411-8E96-F5A3-5C38-D457A8C5F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E7BF186-D8B7-E7AD-05CF-BB0B59ABF361}"/>
              </a:ext>
            </a:extLst>
          </p:cNvPr>
          <p:cNvSpPr txBox="1"/>
          <p:nvPr/>
        </p:nvSpPr>
        <p:spPr>
          <a:xfrm>
            <a:off x="4500974" y="180011"/>
            <a:ext cx="3190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Busca de Dados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C6FF1B-774D-C906-EEC9-76468AE9A576}"/>
              </a:ext>
            </a:extLst>
          </p:cNvPr>
          <p:cNvSpPr txBox="1"/>
          <p:nvPr/>
        </p:nvSpPr>
        <p:spPr>
          <a:xfrm>
            <a:off x="3440722" y="1362808"/>
            <a:ext cx="5310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Buscando</a:t>
            </a:r>
            <a:r>
              <a:rPr lang="en-US" sz="2400" dirty="0"/>
              <a:t> </a:t>
            </a:r>
            <a:r>
              <a:rPr lang="en-US" sz="2400" dirty="0" err="1"/>
              <a:t>todos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dados de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tabela</a:t>
            </a:r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9A12373-D528-A208-1114-4ABFB1A41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947" y="4174781"/>
            <a:ext cx="7296106" cy="1988626"/>
          </a:xfrm>
          <a:prstGeom prst="rect">
            <a:avLst/>
          </a:prstGeom>
        </p:spPr>
      </p:pic>
      <p:pic>
        <p:nvPicPr>
          <p:cNvPr id="7" name="Imagem 6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6BA7E1F0-BD1E-D6E4-AEA5-0998B0C3B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007" y="2360939"/>
            <a:ext cx="8647984" cy="1094682"/>
          </a:xfrm>
          <a:prstGeom prst="rect">
            <a:avLst/>
          </a:prstGeom>
        </p:spPr>
      </p:pic>
      <p:cxnSp>
        <p:nvCxnSpPr>
          <p:cNvPr id="10" name="Conector: Curvo 9">
            <a:extLst>
              <a:ext uri="{FF2B5EF4-FFF2-40B4-BE49-F238E27FC236}">
                <a16:creationId xmlns:a16="http://schemas.microsoft.com/office/drawing/2014/main" id="{5F3203F5-CCC8-7703-EF03-778065FE558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75078" y="1845551"/>
            <a:ext cx="719158" cy="677007"/>
          </a:xfrm>
          <a:prstGeom prst="curvedConnector3">
            <a:avLst>
              <a:gd name="adj1" fmla="val 53668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89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C1D14-B923-E134-8271-51EC0BEB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86176D7-78DC-5C5E-949D-9B5D53D44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B980029-2DCE-7A9E-FAFC-00B36086534C}"/>
              </a:ext>
            </a:extLst>
          </p:cNvPr>
          <p:cNvSpPr txBox="1"/>
          <p:nvPr/>
        </p:nvSpPr>
        <p:spPr>
          <a:xfrm>
            <a:off x="4500974" y="180011"/>
            <a:ext cx="3190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Busca de Dados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F67A44-AC15-B2E8-DCBA-FB96C62214CF}"/>
              </a:ext>
            </a:extLst>
          </p:cNvPr>
          <p:cNvSpPr txBox="1"/>
          <p:nvPr/>
        </p:nvSpPr>
        <p:spPr>
          <a:xfrm>
            <a:off x="2211996" y="1349615"/>
            <a:ext cx="7768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Buscando</a:t>
            </a:r>
            <a:r>
              <a:rPr lang="en-US" sz="2800" dirty="0"/>
              <a:t> </a:t>
            </a:r>
            <a:r>
              <a:rPr lang="en-US" sz="2800" dirty="0" err="1"/>
              <a:t>parte</a:t>
            </a:r>
            <a:r>
              <a:rPr lang="en-US" sz="2800" dirty="0"/>
              <a:t> dos dados de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/>
              <a:t> com </a:t>
            </a:r>
            <a:r>
              <a:rPr lang="en-US" sz="2800" dirty="0" err="1"/>
              <a:t>lógica</a:t>
            </a:r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AE46E51-0AFF-2DC0-8B12-A0E856658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995" y="3745930"/>
            <a:ext cx="5934008" cy="194269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E5E58CB-DA6D-0274-313C-D9B117203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07" y="2396109"/>
            <a:ext cx="10993384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17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E7704-DB3A-5478-428B-DF7212B65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D788C67-7DD6-AF62-953D-1D82FC71C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9B49727-DD10-3661-8913-F57F75EBC30D}"/>
              </a:ext>
            </a:extLst>
          </p:cNvPr>
          <p:cNvSpPr txBox="1"/>
          <p:nvPr/>
        </p:nvSpPr>
        <p:spPr>
          <a:xfrm>
            <a:off x="4500974" y="180011"/>
            <a:ext cx="3190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Busca de Dados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C6A7CB-2CB3-857F-C932-B83281BA7E83}"/>
              </a:ext>
            </a:extLst>
          </p:cNvPr>
          <p:cNvSpPr txBox="1"/>
          <p:nvPr/>
        </p:nvSpPr>
        <p:spPr>
          <a:xfrm>
            <a:off x="1219254" y="1357243"/>
            <a:ext cx="9753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Buscando</a:t>
            </a:r>
            <a:r>
              <a:rPr lang="en-US" sz="2800" dirty="0"/>
              <a:t> </a:t>
            </a:r>
            <a:r>
              <a:rPr lang="en-US" sz="2800" dirty="0" err="1"/>
              <a:t>parte</a:t>
            </a:r>
            <a:r>
              <a:rPr lang="en-US" sz="2800" dirty="0"/>
              <a:t> dos dados de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/>
              <a:t> com </a:t>
            </a:r>
            <a:r>
              <a:rPr lang="en-US" sz="2800" dirty="0" err="1"/>
              <a:t>lógicas</a:t>
            </a:r>
            <a:r>
              <a:rPr lang="en-US" sz="2800" dirty="0"/>
              <a:t> AND  e NOT</a:t>
            </a:r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3F8BF76-53CD-DBCF-D929-8A0D37752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026" y="3533410"/>
            <a:ext cx="8017947" cy="18361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15B4459-04C1-221D-FE68-00E916DD2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6" y="2529231"/>
            <a:ext cx="10936226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58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42E3A-426D-F8CD-73F1-049AD238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A914651-4A56-5157-F96D-4B9B1CA53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1639AFE-94B8-9597-A1A0-2B2CC7FB5B3F}"/>
              </a:ext>
            </a:extLst>
          </p:cNvPr>
          <p:cNvSpPr txBox="1"/>
          <p:nvPr/>
        </p:nvSpPr>
        <p:spPr>
          <a:xfrm>
            <a:off x="4500974" y="180011"/>
            <a:ext cx="3190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Busca de Dados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D2C8DF-7424-CE79-C99D-46ABCE57A30D}"/>
              </a:ext>
            </a:extLst>
          </p:cNvPr>
          <p:cNvSpPr txBox="1"/>
          <p:nvPr/>
        </p:nvSpPr>
        <p:spPr>
          <a:xfrm>
            <a:off x="1721318" y="1286399"/>
            <a:ext cx="8749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Buscando</a:t>
            </a:r>
            <a:r>
              <a:rPr lang="en-US" sz="2800" dirty="0"/>
              <a:t> </a:t>
            </a:r>
            <a:r>
              <a:rPr lang="en-US" sz="2800" dirty="0" err="1"/>
              <a:t>todos</a:t>
            </a:r>
            <a:r>
              <a:rPr lang="en-US" sz="2800" dirty="0"/>
              <a:t> </a:t>
            </a:r>
            <a:r>
              <a:rPr lang="en-US" sz="2800" dirty="0" err="1"/>
              <a:t>os</a:t>
            </a:r>
            <a:r>
              <a:rPr lang="en-US" sz="2800" dirty="0"/>
              <a:t> dados de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/>
              <a:t> com </a:t>
            </a:r>
            <a:r>
              <a:rPr lang="en-US" sz="2800" dirty="0" err="1"/>
              <a:t>filtro</a:t>
            </a:r>
            <a:r>
              <a:rPr lang="en-US" sz="2800" dirty="0"/>
              <a:t> de </a:t>
            </a:r>
            <a:r>
              <a:rPr lang="en-US" sz="2800" dirty="0" err="1"/>
              <a:t>texto</a:t>
            </a:r>
            <a:endParaRPr lang="pt-BR" sz="28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91FD637-7DDD-97DA-9AE2-213D35FC2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20" y="2112741"/>
            <a:ext cx="11392756" cy="184406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7EEED55-12EB-B4B4-5B30-20F2C1B91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71" y="4420420"/>
            <a:ext cx="5029902" cy="82879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A9D9BDD-3C6A-9CA1-7B56-7D9331F7B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244" y="4420420"/>
            <a:ext cx="4629796" cy="62873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7419711-9FFB-2226-F0AF-670AC5238F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171" y="5709268"/>
            <a:ext cx="4643513" cy="44177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F358BF3-207B-1813-6E75-C6C51B6E8E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8689" y="5512776"/>
            <a:ext cx="4991797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18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0B844-EC20-78A5-496B-0628E7C7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47708FE-7829-651C-8CCD-F1B65FAFE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43B6FF9-D304-B26A-BFD7-C7EFD37CB544}"/>
              </a:ext>
            </a:extLst>
          </p:cNvPr>
          <p:cNvSpPr txBox="1"/>
          <p:nvPr/>
        </p:nvSpPr>
        <p:spPr>
          <a:xfrm>
            <a:off x="4500974" y="180011"/>
            <a:ext cx="3190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Busca de Dados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71B1B58-8D2D-32BB-5A03-A19AD25FAF4C}"/>
              </a:ext>
            </a:extLst>
          </p:cNvPr>
          <p:cNvSpPr txBox="1"/>
          <p:nvPr/>
        </p:nvSpPr>
        <p:spPr>
          <a:xfrm>
            <a:off x="2226924" y="1336431"/>
            <a:ext cx="7738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Buscando</a:t>
            </a:r>
            <a:r>
              <a:rPr lang="en-US" sz="2800" dirty="0"/>
              <a:t> </a:t>
            </a:r>
            <a:r>
              <a:rPr lang="en-US" sz="2800" dirty="0" err="1"/>
              <a:t>parte</a:t>
            </a:r>
            <a:r>
              <a:rPr lang="en-US" sz="2800" dirty="0"/>
              <a:t> dos dados de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/>
              <a:t> com </a:t>
            </a:r>
            <a:r>
              <a:rPr lang="en-US" sz="2800" dirty="0" err="1"/>
              <a:t>limite</a:t>
            </a:r>
            <a:endParaRPr lang="pt-BR" sz="28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D6A0510-702D-1974-7907-B1F56EAAD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70" y="3429000"/>
            <a:ext cx="6512657" cy="213987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CE24881-FE20-794E-4B73-7D8E9B358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492" y="2310850"/>
            <a:ext cx="10133014" cy="61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62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19B4D-7463-9EB7-8184-00D72AFC7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52C7C39-A5AA-DD20-9960-CE5F534CD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06FC76A-1C82-88ED-B714-62049325ACC2}"/>
              </a:ext>
            </a:extLst>
          </p:cNvPr>
          <p:cNvSpPr txBox="1"/>
          <p:nvPr/>
        </p:nvSpPr>
        <p:spPr>
          <a:xfrm>
            <a:off x="4500974" y="180011"/>
            <a:ext cx="3190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Busca de Dados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A873F4-FE56-1445-9AF9-11E9527B1D07}"/>
              </a:ext>
            </a:extLst>
          </p:cNvPr>
          <p:cNvSpPr txBox="1"/>
          <p:nvPr/>
        </p:nvSpPr>
        <p:spPr>
          <a:xfrm>
            <a:off x="3005208" y="1296860"/>
            <a:ext cx="6181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Buscando</a:t>
            </a:r>
            <a:r>
              <a:rPr lang="en-US" sz="2800" dirty="0"/>
              <a:t> </a:t>
            </a:r>
            <a:r>
              <a:rPr lang="en-US" sz="2800" dirty="0" err="1"/>
              <a:t>todos</a:t>
            </a:r>
            <a:r>
              <a:rPr lang="en-US" sz="2800" dirty="0"/>
              <a:t> </a:t>
            </a:r>
            <a:r>
              <a:rPr lang="en-US" sz="2800" dirty="0" err="1"/>
              <a:t>os</a:t>
            </a:r>
            <a:r>
              <a:rPr lang="en-US" sz="2800" dirty="0"/>
              <a:t> dados </a:t>
            </a:r>
            <a:r>
              <a:rPr lang="en-US" sz="2800" dirty="0" err="1"/>
              <a:t>sem</a:t>
            </a:r>
            <a:r>
              <a:rPr lang="en-US" sz="2800" dirty="0"/>
              <a:t> </a:t>
            </a:r>
            <a:r>
              <a:rPr lang="en-US" sz="2800" dirty="0" err="1"/>
              <a:t>repetições</a:t>
            </a:r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B5AEB9F-C1E9-A1CA-A981-AA5E6A0C2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46" y="3429000"/>
            <a:ext cx="1928505" cy="291467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300F50E-7063-64DB-C6BB-7E789C885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10" y="2248770"/>
            <a:ext cx="9796373" cy="75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12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D7E18-429E-1070-D3CE-93BDA6195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36417CD-7AEC-96BB-1E02-E0410250D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8324FFD-0200-B1E4-651A-4885631B804A}"/>
              </a:ext>
            </a:extLst>
          </p:cNvPr>
          <p:cNvSpPr txBox="1"/>
          <p:nvPr/>
        </p:nvSpPr>
        <p:spPr>
          <a:xfrm>
            <a:off x="4500974" y="180011"/>
            <a:ext cx="3190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Busca de Dados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CDA829-66E3-9537-D822-87AD13002080}"/>
              </a:ext>
            </a:extLst>
          </p:cNvPr>
          <p:cNvSpPr txBox="1"/>
          <p:nvPr/>
        </p:nvSpPr>
        <p:spPr>
          <a:xfrm>
            <a:off x="2830847" y="1288478"/>
            <a:ext cx="6530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Buscando</a:t>
            </a:r>
            <a:r>
              <a:rPr lang="en-US" sz="2800" dirty="0"/>
              <a:t> </a:t>
            </a:r>
            <a:r>
              <a:rPr lang="en-US" sz="2800" dirty="0" err="1"/>
              <a:t>valores</a:t>
            </a:r>
            <a:r>
              <a:rPr lang="en-US" sz="2800" dirty="0"/>
              <a:t> </a:t>
            </a:r>
            <a:r>
              <a:rPr lang="en-US" sz="2800" dirty="0" err="1"/>
              <a:t>usando</a:t>
            </a:r>
            <a:r>
              <a:rPr lang="en-US" sz="2800" dirty="0"/>
              <a:t> </a:t>
            </a:r>
            <a:r>
              <a:rPr lang="en-US" sz="2800" dirty="0" err="1"/>
              <a:t>funções</a:t>
            </a:r>
            <a:r>
              <a:rPr lang="en-US" sz="2800" dirty="0"/>
              <a:t> </a:t>
            </a:r>
            <a:r>
              <a:rPr lang="en-US" sz="2800" dirty="0" err="1"/>
              <a:t>auxiliares</a:t>
            </a:r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521EBDD-2248-5DEF-82D4-B4102CE14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64" y="2225408"/>
            <a:ext cx="5457285" cy="129187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8BBB38E-5E4F-5416-0FC4-C900F267A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64" y="3828947"/>
            <a:ext cx="5453497" cy="61116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50D689A-88EC-38FD-6C83-F310EA106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862" y="4751775"/>
            <a:ext cx="3459501" cy="116940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62A5328-BB65-1BC5-236F-84E6EDA2B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713" y="2171920"/>
            <a:ext cx="3977911" cy="85241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9E62033-21CF-51EA-7D96-AA69C13A9A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419" y="3116941"/>
            <a:ext cx="1742498" cy="93065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2612DC4-6465-2CE8-63F8-4D51EED6C7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3629" y="4471822"/>
            <a:ext cx="3962402" cy="55990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F7A4517-A440-35E9-C0B7-0BF39A6180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8363" y="5455858"/>
            <a:ext cx="1800609" cy="9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99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153</Words>
  <Application>Microsoft Office PowerPoint</Application>
  <PresentationFormat>Widescreen</PresentationFormat>
  <Paragraphs>33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3</cp:revision>
  <dcterms:created xsi:type="dcterms:W3CDTF">2025-07-17T18:41:08Z</dcterms:created>
  <dcterms:modified xsi:type="dcterms:W3CDTF">2026-02-11T00:08:05Z</dcterms:modified>
</cp:coreProperties>
</file>