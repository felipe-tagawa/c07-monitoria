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2" r:id="rId15"/>
    <p:sldId id="273" r:id="rId16"/>
    <p:sldId id="274" r:id="rId17"/>
    <p:sldId id="275" r:id="rId18"/>
    <p:sldId id="276" r:id="rId19"/>
    <p:sldId id="277" r:id="rId20"/>
    <p:sldId id="269" r:id="rId21"/>
    <p:sldId id="271" r:id="rId2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2EB9E2-38AD-F454-BA87-020DC97C98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D7F0564-87EC-DED7-F195-E2215446F2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6FE9BAF-B287-731B-D0B8-6F837AF943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C07F7-71D6-4EB2-BB6B-DCE721D2C51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973EAD5-A89B-6D77-C427-33666145E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B7E8E14-53F4-1146-05E4-B407CED07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E8C3-D7E4-482C-A913-87F2750E89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4155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4A08F6-A8DF-83C2-EEA5-7A9A36901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0A684A3-4AA1-6D6E-4CE1-29D1570D3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565B99A-7C9B-CEBB-D770-5043BEDF0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C07F7-71D6-4EB2-BB6B-DCE721D2C51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93D3FF6-A532-084C-76FE-FA7195A62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515620D-540B-A218-1C31-D2C142B10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E8C3-D7E4-482C-A913-87F2750E89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3054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E14C9A-C99D-4B56-90B4-00650AA64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C5EEF1A-3650-4EBE-3564-B51CC24B59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3949160-6F7B-45F6-6AAD-3B3527809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C07F7-71D6-4EB2-BB6B-DCE721D2C51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C66758E-B551-B111-5B6B-708812A7B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6258183-AF5E-980B-CC8F-83EC0C2DF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E8C3-D7E4-482C-A913-87F2750E89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7045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FF2573-C542-9AF4-5FD8-019A7B933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E908F3-E63F-C340-6161-B476A4B487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9E98E41-E649-8A04-9316-B700FA777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0F71A51-55B8-E3D2-A075-B5729202B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C07F7-71D6-4EB2-BB6B-DCE721D2C51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1337F1D-50FE-1065-D1E0-74D82EDA8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DC550F7-03A2-F10C-BE17-69C2DA349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E8C3-D7E4-482C-A913-87F2750E89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3495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333DF1-F056-1988-A347-01D02A369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BA3FD66-F446-7D47-1442-EDF0C6DEE8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375CB76-8D2E-6834-5B1E-E990055E4F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4053A47-CDC7-A8E6-8F14-23BEE08D1E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E4E28F2-13D0-E661-BF5E-D19A089CF3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9E8F3D9F-EEFC-5C0D-2BF4-2A6E6D02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C07F7-71D6-4EB2-BB6B-DCE721D2C51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0EA2BDA-500A-0E39-88E5-27D794D6C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52D91A-4067-D428-23CC-852B6F344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E8C3-D7E4-482C-A913-87F2750E89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7741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83C861-0EFB-DFEC-6CCD-81BF11807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0582667C-F54F-6578-24ED-6DF5BBB12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C07F7-71D6-4EB2-BB6B-DCE721D2C51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5F9F174-4803-6312-0C67-10F9DD6E3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5F0EEB99-3189-5581-2C16-9E47E15E1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E8C3-D7E4-482C-A913-87F2750E89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64022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6AF2F1A7-6D41-1ABF-7841-E82C6B023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C07F7-71D6-4EB2-BB6B-DCE721D2C51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8616E97-541A-643F-08DF-07A20B2EF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FCD20C8-65A9-849D-EDF8-4F99FD65B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E8C3-D7E4-482C-A913-87F2750E89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561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73CFA3-50F1-999B-5014-B8B3428F7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7294FA-EFA9-C819-D117-0D9BFF0309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ACFE362-06CE-4249-6C05-92C2009976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F728A93-B093-DB75-66D1-A9621749A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C07F7-71D6-4EB2-BB6B-DCE721D2C51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36CFA30-EECC-A1DF-1788-8C7A0A63F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D432323-7755-F56F-D8A8-BD8A888EC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E8C3-D7E4-482C-A913-87F2750E89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8703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E90B45-0066-A2A5-0FF9-7F4DB6D16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217A9B83-FDB6-BCF7-6C49-B07382DA0F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D9036E9-8BA4-6D70-E08B-85F85604C8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9899A3D-41A6-D0B0-E649-0CB4800FA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C07F7-71D6-4EB2-BB6B-DCE721D2C51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C0ED5F7-DD2D-8505-3CD5-E7F46DAA4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F43D43D-D645-FE9A-4133-B7AB7A0A3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E8C3-D7E4-482C-A913-87F2750E89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00989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358DC0-1015-AD46-92B1-AC0835FE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E8AD93C-72F2-46AE-218D-BA33EA17A2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3C79FBD-BAFB-0B3E-5254-927B0E9F0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C07F7-71D6-4EB2-BB6B-DCE721D2C51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9F6E2B0-5E46-3C19-F803-596E0F0A9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19D5CE0-56A7-9A67-55B0-B84F97263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E8C3-D7E4-482C-A913-87F2750E89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5378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0DA7053-3A41-AD62-3F7E-7B52F7686E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46D8469-4FEA-CFEA-D2E1-E2C8C4E4B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31B7040-F368-E2AE-54FA-6A737249E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C07F7-71D6-4EB2-BB6B-DCE721D2C51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B0CEB1D-50EB-D8D4-A61B-1CF9322CF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0D52E60-43F3-2850-C82A-C01D52366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2E8C3-D7E4-482C-A913-87F2750E89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8710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2FCCB4-B769-C333-8C25-2F88F6A82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5CB8A62-37FB-1E60-BCFB-621CC066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6F5B218-D571-CAAF-CDCF-A0AFDEE73A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FC07F7-71D6-4EB2-BB6B-DCE721D2C51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6287C4B-D0AD-7041-FBC9-8D998D954C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02DF0A9-8F66-E8AC-8282-16136A3783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12E8C3-D7E4-482C-A913-87F2750E89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7866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8B734F7-5F82-8F5C-402C-ADDB94FEA0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EDE1E3A-87D7-B255-A4D2-2E2627DB4ADD}"/>
              </a:ext>
            </a:extLst>
          </p:cNvPr>
          <p:cNvSpPr txBox="1"/>
          <p:nvPr/>
        </p:nvSpPr>
        <p:spPr>
          <a:xfrm>
            <a:off x="105508" y="114300"/>
            <a:ext cx="39389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Banco de Dados – C07</a:t>
            </a:r>
            <a:endParaRPr lang="pt-BR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F10EBA7-DBF4-E344-8E14-86475A287ADB}"/>
              </a:ext>
            </a:extLst>
          </p:cNvPr>
          <p:cNvSpPr txBox="1"/>
          <p:nvPr/>
        </p:nvSpPr>
        <p:spPr>
          <a:xfrm>
            <a:off x="105508" y="602313"/>
            <a:ext cx="2523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Felipe Tagawa Reis</a:t>
            </a:r>
            <a:endParaRPr lang="pt-BR" sz="24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80E3785-A842-74B6-E6E9-B6A01F682040}"/>
              </a:ext>
            </a:extLst>
          </p:cNvPr>
          <p:cNvSpPr txBox="1"/>
          <p:nvPr/>
        </p:nvSpPr>
        <p:spPr>
          <a:xfrm>
            <a:off x="105508" y="5257801"/>
            <a:ext cx="46071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Comandos</a:t>
            </a:r>
          </a:p>
          <a:p>
            <a:r>
              <a:rPr lang="en-US" sz="4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Básicos</a:t>
            </a:r>
            <a:endParaRPr lang="pt-BR" sz="40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321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168834C-13B9-6CB3-5318-985EEE39F3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6" name="Picture 2" descr="Types of SQL Commands. - Learnomate Technologies">
            <a:extLst>
              <a:ext uri="{FF2B5EF4-FFF2-40B4-BE49-F238E27FC236}">
                <a16:creationId xmlns:a16="http://schemas.microsoft.com/office/drawing/2014/main" id="{2BE99228-959E-AC6D-4561-CD3DF5B2D6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023937"/>
            <a:ext cx="8572500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941A8B2-D380-DC77-7419-374815BF0369}"/>
              </a:ext>
            </a:extLst>
          </p:cNvPr>
          <p:cNvSpPr txBox="1"/>
          <p:nvPr/>
        </p:nvSpPr>
        <p:spPr>
          <a:xfrm>
            <a:off x="4588119" y="188803"/>
            <a:ext cx="30157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Linguagem</a:t>
            </a:r>
            <a:r>
              <a:rPr lang="en-US" sz="3600" dirty="0"/>
              <a:t> SQL</a:t>
            </a:r>
            <a:endParaRPr lang="pt-BR" sz="3600" dirty="0"/>
          </a:p>
        </p:txBody>
      </p:sp>
      <p:sp>
        <p:nvSpPr>
          <p:cNvPr id="7" name="Símbolo de &quot;Não Permitido&quot; 6">
            <a:extLst>
              <a:ext uri="{FF2B5EF4-FFF2-40B4-BE49-F238E27FC236}">
                <a16:creationId xmlns:a16="http://schemas.microsoft.com/office/drawing/2014/main" id="{AF4F76FA-5614-227F-C3F8-222E32F0BDFE}"/>
              </a:ext>
            </a:extLst>
          </p:cNvPr>
          <p:cNvSpPr/>
          <p:nvPr/>
        </p:nvSpPr>
        <p:spPr>
          <a:xfrm>
            <a:off x="7765806" y="1855177"/>
            <a:ext cx="2347546" cy="1784839"/>
          </a:xfrm>
          <a:prstGeom prst="noSmoking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6363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8113F-A1BD-AB7E-5C05-BD73BE930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20B5AB8-0114-3359-FC84-630E6C7F1E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3E29DD7-F91D-7787-FE3B-123FF3FEFD57}"/>
              </a:ext>
            </a:extLst>
          </p:cNvPr>
          <p:cNvSpPr txBox="1"/>
          <p:nvPr/>
        </p:nvSpPr>
        <p:spPr>
          <a:xfrm>
            <a:off x="4798402" y="180011"/>
            <a:ext cx="25951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Aula de </a:t>
            </a:r>
            <a:r>
              <a:rPr lang="en-US" sz="3600" dirty="0" err="1"/>
              <a:t>Hoje</a:t>
            </a:r>
            <a:endParaRPr lang="pt-BR" sz="3600" dirty="0"/>
          </a:p>
        </p:txBody>
      </p:sp>
      <p:pic>
        <p:nvPicPr>
          <p:cNvPr id="3" name="Picture 2" descr="Types of SQL Commands. - Learnomate Technologies">
            <a:extLst>
              <a:ext uri="{FF2B5EF4-FFF2-40B4-BE49-F238E27FC236}">
                <a16:creationId xmlns:a16="http://schemas.microsoft.com/office/drawing/2014/main" id="{AAE9AD72-B988-9CA1-92D2-AFAE815E10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023937"/>
            <a:ext cx="8572500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eta: para a Direita 3">
            <a:extLst>
              <a:ext uri="{FF2B5EF4-FFF2-40B4-BE49-F238E27FC236}">
                <a16:creationId xmlns:a16="http://schemas.microsoft.com/office/drawing/2014/main" id="{ECDAE331-760E-0B2B-E687-90DE10150262}"/>
              </a:ext>
            </a:extLst>
          </p:cNvPr>
          <p:cNvSpPr/>
          <p:nvPr/>
        </p:nvSpPr>
        <p:spPr>
          <a:xfrm flipH="1">
            <a:off x="3068514" y="4448909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41C933C8-ABC8-9C19-5FE1-2E679453A02A}"/>
              </a:ext>
            </a:extLst>
          </p:cNvPr>
          <p:cNvSpPr/>
          <p:nvPr/>
        </p:nvSpPr>
        <p:spPr>
          <a:xfrm flipH="1">
            <a:off x="3068514" y="4769595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7A2CE3F9-1D8A-FD32-1BCF-37A3DFD7E346}"/>
              </a:ext>
            </a:extLst>
          </p:cNvPr>
          <p:cNvSpPr/>
          <p:nvPr/>
        </p:nvSpPr>
        <p:spPr>
          <a:xfrm flipH="1">
            <a:off x="3068514" y="5090281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1D272B77-8F8D-326B-4578-76C5247D0D81}"/>
              </a:ext>
            </a:extLst>
          </p:cNvPr>
          <p:cNvSpPr/>
          <p:nvPr/>
        </p:nvSpPr>
        <p:spPr>
          <a:xfrm flipH="1">
            <a:off x="8812822" y="4518784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7300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E953C-2667-5FA5-20F5-EA0CBC321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0B47676F-2366-1A93-F8CC-15EE6845FB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BA1A7E2-1775-E920-5A63-033522EBFE04}"/>
              </a:ext>
            </a:extLst>
          </p:cNvPr>
          <p:cNvSpPr txBox="1"/>
          <p:nvPr/>
        </p:nvSpPr>
        <p:spPr>
          <a:xfrm>
            <a:off x="4376005" y="180011"/>
            <a:ext cx="3439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INSERT</a:t>
            </a:r>
            <a:endParaRPr lang="pt-BR" sz="36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932733C-EF95-2FDE-AF68-BCE9DB6656E5}"/>
              </a:ext>
            </a:extLst>
          </p:cNvPr>
          <p:cNvSpPr txBox="1"/>
          <p:nvPr/>
        </p:nvSpPr>
        <p:spPr>
          <a:xfrm>
            <a:off x="4302365" y="3584361"/>
            <a:ext cx="3587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Visualização</a:t>
            </a:r>
            <a:r>
              <a:rPr lang="en-US" sz="2800" dirty="0"/>
              <a:t> dos dados:</a:t>
            </a:r>
            <a:endParaRPr lang="pt-BR" sz="280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40AEC89-9542-9D16-632E-973780FBE1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2356" y="4306607"/>
            <a:ext cx="6487287" cy="1773740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22F1C515-043E-352B-4B50-D409E43DB0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582" y="1303703"/>
            <a:ext cx="11394830" cy="2081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7439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1D38D-4A8B-E1B4-8A0F-E9F077A77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CEDDDE11-9478-7AE3-89C9-E0456DBEB7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A5EF44F-D4C8-ED53-BB60-85CFB75E74A6}"/>
              </a:ext>
            </a:extLst>
          </p:cNvPr>
          <p:cNvSpPr txBox="1"/>
          <p:nvPr/>
        </p:nvSpPr>
        <p:spPr>
          <a:xfrm>
            <a:off x="4279106" y="180011"/>
            <a:ext cx="3633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UPDATE</a:t>
            </a:r>
            <a:endParaRPr lang="pt-BR" sz="3600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642834AF-4212-476C-6AAD-449DD9A21D6E}"/>
              </a:ext>
            </a:extLst>
          </p:cNvPr>
          <p:cNvSpPr txBox="1"/>
          <p:nvPr/>
        </p:nvSpPr>
        <p:spPr>
          <a:xfrm>
            <a:off x="4297965" y="3623989"/>
            <a:ext cx="35960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Visualização</a:t>
            </a:r>
            <a:r>
              <a:rPr lang="en-US" sz="2800" dirty="0"/>
              <a:t> dos dados:</a:t>
            </a:r>
            <a:endParaRPr lang="pt-BR" sz="2800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467A3934-E26D-F670-F471-31A6347D31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3060" y="4446654"/>
            <a:ext cx="6825873" cy="1789307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8825EBEF-583D-5549-65F1-31EE3CBB39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949" y="6371167"/>
            <a:ext cx="3559961" cy="486833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8203EFB-46AC-D8BB-88E4-65258D6208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383" y="991184"/>
            <a:ext cx="11139220" cy="2437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6651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AAA2EF7D-1436-5173-FBA1-46565A98A6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B7E5C040-8DA2-825E-0A25-BACCE140F682}"/>
              </a:ext>
            </a:extLst>
          </p:cNvPr>
          <p:cNvSpPr txBox="1"/>
          <p:nvPr/>
        </p:nvSpPr>
        <p:spPr>
          <a:xfrm>
            <a:off x="4353749" y="180011"/>
            <a:ext cx="34845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DELETE</a:t>
            </a:r>
            <a:endParaRPr lang="pt-BR" sz="36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5E7FA1E-2892-FE59-57E9-5EF37403556B}"/>
              </a:ext>
            </a:extLst>
          </p:cNvPr>
          <p:cNvSpPr txBox="1"/>
          <p:nvPr/>
        </p:nvSpPr>
        <p:spPr>
          <a:xfrm>
            <a:off x="4289175" y="3557339"/>
            <a:ext cx="36136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Visualização</a:t>
            </a:r>
            <a:r>
              <a:rPr lang="en-US" sz="2800" dirty="0"/>
              <a:t> dos dados:</a:t>
            </a:r>
            <a:endParaRPr lang="pt-BR" sz="2800" dirty="0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330089C-1F5C-B9BB-B6B0-5F5554EAE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6553" y="4448980"/>
            <a:ext cx="7598893" cy="1586176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DAA36E93-F702-9174-2F88-7323644148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268" y="1041432"/>
            <a:ext cx="11249464" cy="225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534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7AACB-1EA5-DFBB-D0D3-874AE28AA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2E4E66F-B66E-B17D-4EA2-332DFC7AC5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7EFB90F2-2A13-F563-5CA7-AD6BF0E3ACF9}"/>
              </a:ext>
            </a:extLst>
          </p:cNvPr>
          <p:cNvSpPr txBox="1"/>
          <p:nvPr/>
        </p:nvSpPr>
        <p:spPr>
          <a:xfrm>
            <a:off x="4353749" y="180011"/>
            <a:ext cx="34845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SELECT</a:t>
            </a:r>
            <a:endParaRPr lang="pt-BR" sz="3600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FFBF992B-5D67-EF50-389E-9C57B58952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864" y="2711924"/>
            <a:ext cx="6430272" cy="329611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EB90C26E-80DB-1A62-54B6-29563B4B20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612" y="1048274"/>
            <a:ext cx="10760776" cy="1441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027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5F10D-C4BF-6CA9-B20D-7B6A92FB0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DFDD411-8E96-F5A3-5C38-D457A8C5FC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F9A12373-D528-A208-1114-4ABFB1A41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7947" y="4174781"/>
            <a:ext cx="7296106" cy="198862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0C80E71-5F31-F762-B42D-F7E02C28F8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3780" y="1310284"/>
            <a:ext cx="8484438" cy="223301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9749359F-7BA9-63DA-D0C5-38AFFEE264E7}"/>
              </a:ext>
            </a:extLst>
          </p:cNvPr>
          <p:cNvSpPr txBox="1"/>
          <p:nvPr/>
        </p:nvSpPr>
        <p:spPr>
          <a:xfrm>
            <a:off x="4353749" y="180011"/>
            <a:ext cx="34845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SELECT</a:t>
            </a:r>
            <a:endParaRPr lang="pt-BR" sz="3600" dirty="0"/>
          </a:p>
        </p:txBody>
      </p:sp>
    </p:spTree>
    <p:extLst>
      <p:ext uri="{BB962C8B-B14F-4D97-AF65-F5344CB8AC3E}">
        <p14:creationId xmlns:p14="http://schemas.microsoft.com/office/powerpoint/2010/main" val="33658921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C1D14-B923-E134-8271-51EC0BEB5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D86176D7-78DC-5C5E-949D-9B5D53D447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9AE46E51-0AFF-2DC0-8B12-A0E8566586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8995" y="3745930"/>
            <a:ext cx="5934008" cy="194269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572A379F-3640-985F-87BA-AB5B047848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176" y="1159172"/>
            <a:ext cx="10183646" cy="1952898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2BF8936E-41B8-3F6C-1AB5-C49E98577D9C}"/>
              </a:ext>
            </a:extLst>
          </p:cNvPr>
          <p:cNvSpPr txBox="1"/>
          <p:nvPr/>
        </p:nvSpPr>
        <p:spPr>
          <a:xfrm>
            <a:off x="4353749" y="180011"/>
            <a:ext cx="34845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SELECT</a:t>
            </a:r>
            <a:endParaRPr lang="pt-BR" sz="3600" dirty="0"/>
          </a:p>
        </p:txBody>
      </p:sp>
    </p:spTree>
    <p:extLst>
      <p:ext uri="{BB962C8B-B14F-4D97-AF65-F5344CB8AC3E}">
        <p14:creationId xmlns:p14="http://schemas.microsoft.com/office/powerpoint/2010/main" val="4238817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E7704-DB3A-5478-428B-DF7212B65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3D788C67-7DD6-AF62-953D-1D82FC71C2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E3F8BF76-53CD-DBCF-D929-8A0D377522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7026" y="3533410"/>
            <a:ext cx="8017947" cy="1836172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35FEFEB-D384-17DB-0490-00399308D7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917" y="1113168"/>
            <a:ext cx="10554165" cy="1999470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94BA5272-6F74-190A-D904-5DD78B3A8F82}"/>
              </a:ext>
            </a:extLst>
          </p:cNvPr>
          <p:cNvSpPr txBox="1"/>
          <p:nvPr/>
        </p:nvSpPr>
        <p:spPr>
          <a:xfrm>
            <a:off x="4353749" y="180011"/>
            <a:ext cx="34845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SELECT</a:t>
            </a:r>
            <a:endParaRPr lang="pt-BR" sz="3600" dirty="0"/>
          </a:p>
        </p:txBody>
      </p:sp>
    </p:spTree>
    <p:extLst>
      <p:ext uri="{BB962C8B-B14F-4D97-AF65-F5344CB8AC3E}">
        <p14:creationId xmlns:p14="http://schemas.microsoft.com/office/powerpoint/2010/main" val="36927588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42E3A-426D-F8CD-73F1-049AD2383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A914651-4A56-5157-F96D-4B9B1CA533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67EEED55-12EB-B4B4-5B30-20F2C1B918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171" y="4420420"/>
            <a:ext cx="5029902" cy="828791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1A9D9BDD-3C6A-9CA1-7B56-7D9331F7B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4244" y="4420420"/>
            <a:ext cx="4629796" cy="628738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97419711-9FFB-2226-F0AF-670AC5238F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171" y="5709268"/>
            <a:ext cx="4643513" cy="441772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6F358BF3-207B-1813-6E75-C6C51B6E8E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8689" y="5512776"/>
            <a:ext cx="4991797" cy="638264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666C145F-89B5-7B0F-B726-197E9AC12556}"/>
              </a:ext>
            </a:extLst>
          </p:cNvPr>
          <p:cNvSpPr txBox="1"/>
          <p:nvPr/>
        </p:nvSpPr>
        <p:spPr>
          <a:xfrm>
            <a:off x="4353749" y="180011"/>
            <a:ext cx="34845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SELECT</a:t>
            </a:r>
            <a:endParaRPr lang="pt-BR" sz="360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AF7CAB1-F922-96E0-A16C-1131AE4E82F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914" y="1006628"/>
            <a:ext cx="10012172" cy="2981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0186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0B844-EC20-78A5-496B-0628E7C70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A47708FE-7829-651C-8CCD-F1B65FAFEC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D6A0510-702D-1974-7907-B1F56EAAD5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9670" y="3429000"/>
            <a:ext cx="6512657" cy="2139874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D52EF78-6CA3-A9D3-446A-BABE13A8F9C0}"/>
              </a:ext>
            </a:extLst>
          </p:cNvPr>
          <p:cNvSpPr txBox="1"/>
          <p:nvPr/>
        </p:nvSpPr>
        <p:spPr>
          <a:xfrm>
            <a:off x="4353749" y="180011"/>
            <a:ext cx="34845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SELECT</a:t>
            </a:r>
            <a:endParaRPr lang="pt-BR" sz="36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69C737D-DAB0-7756-726B-121C2D98DB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752" y="1289126"/>
            <a:ext cx="11324492" cy="1666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162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19B4D-7463-9EB7-8184-00D72AFC7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352C7C39-A5AA-DD20-9960-CE5F534CD0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CB5AEB9F-C1E9-A1CA-A981-AA5E6A0C28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746" y="3429000"/>
            <a:ext cx="1928505" cy="2914673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6754D52F-02D2-EFD2-F364-AF9C75544768}"/>
              </a:ext>
            </a:extLst>
          </p:cNvPr>
          <p:cNvSpPr txBox="1"/>
          <p:nvPr/>
        </p:nvSpPr>
        <p:spPr>
          <a:xfrm>
            <a:off x="4353749" y="180011"/>
            <a:ext cx="34845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SELECT</a:t>
            </a:r>
            <a:endParaRPr lang="pt-BR" sz="360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C21204B8-5FB8-6345-01F5-C5AC7D5F3A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48" y="1175038"/>
            <a:ext cx="10745700" cy="1905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1126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8748A-5D03-DDBA-5E46-3554CFF60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367534E4-E2B5-86C9-3729-61D8C612FD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DA058A94-1BCB-C942-F101-964545DA50F4}"/>
              </a:ext>
            </a:extLst>
          </p:cNvPr>
          <p:cNvSpPr txBox="1"/>
          <p:nvPr/>
        </p:nvSpPr>
        <p:spPr>
          <a:xfrm>
            <a:off x="4353749" y="180011"/>
            <a:ext cx="34845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SELECT</a:t>
            </a:r>
            <a:endParaRPr lang="pt-BR" sz="3600" dirty="0"/>
          </a:p>
        </p:txBody>
      </p:sp>
      <p:pic>
        <p:nvPicPr>
          <p:cNvPr id="3" name="Imagem 2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905C2452-7CEA-E759-F2F3-979124860D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8184" y="4263915"/>
            <a:ext cx="5375629" cy="1834039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930DA949-DFBA-3401-DA93-09C1E1DC14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834" y="1560498"/>
            <a:ext cx="9888330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4482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67D91-7532-093E-4E97-5B29F7C01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06B39443-8B77-33F8-0C16-66E56D92BB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E6865D7-4E71-D038-7B6C-AB3929587083}"/>
              </a:ext>
            </a:extLst>
          </p:cNvPr>
          <p:cNvSpPr txBox="1"/>
          <p:nvPr/>
        </p:nvSpPr>
        <p:spPr>
          <a:xfrm>
            <a:off x="4353749" y="180011"/>
            <a:ext cx="34845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SELECT</a:t>
            </a:r>
            <a:endParaRPr lang="pt-BR" sz="36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45AEA2A2-51E5-49EB-3235-DB092B2115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468" y="1541289"/>
            <a:ext cx="11131062" cy="1887711"/>
          </a:xfrm>
          <a:prstGeom prst="rect">
            <a:avLst/>
          </a:prstGeom>
        </p:spPr>
      </p:pic>
      <p:pic>
        <p:nvPicPr>
          <p:cNvPr id="11" name="Imagem 10" descr="Interface gráfica do usuário, Texto&#10;&#10;O conteúdo gerado por IA pode estar incorreto.">
            <a:extLst>
              <a:ext uri="{FF2B5EF4-FFF2-40B4-BE49-F238E27FC236}">
                <a16:creationId xmlns:a16="http://schemas.microsoft.com/office/drawing/2014/main" id="{7BE0D0D0-AD67-23DD-D3FA-C823769F96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3012" y="4076696"/>
            <a:ext cx="2585976" cy="2324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9519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7048E-72C8-EFEA-2201-17B2A68E2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1203F52-8C5D-3322-F376-D3FB42C1E5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5340CFF-58F7-F2C1-3B30-5FC406B15AAA}"/>
              </a:ext>
            </a:extLst>
          </p:cNvPr>
          <p:cNvSpPr txBox="1"/>
          <p:nvPr/>
        </p:nvSpPr>
        <p:spPr>
          <a:xfrm>
            <a:off x="4353749" y="180011"/>
            <a:ext cx="34845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SELECT</a:t>
            </a:r>
            <a:endParaRPr lang="pt-BR" sz="3600" dirty="0"/>
          </a:p>
        </p:txBody>
      </p:sp>
      <p:pic>
        <p:nvPicPr>
          <p:cNvPr id="3" name="Imagem 2" descr="Interface gráfica do usuário, Texto, Aplicativo, chat ou mensagem de texto&#10;&#10;O conteúdo gerado por IA pode estar incorreto.">
            <a:extLst>
              <a:ext uri="{FF2B5EF4-FFF2-40B4-BE49-F238E27FC236}">
                <a16:creationId xmlns:a16="http://schemas.microsoft.com/office/drawing/2014/main" id="{330D47DC-9728-176F-2C96-225CEF0057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6818" y="4457650"/>
            <a:ext cx="6538363" cy="1711863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2BACC7A9-49FA-2BB8-7929-256F433F2B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8587" y="1407467"/>
            <a:ext cx="9574823" cy="2208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6298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1DE0E-424C-E017-58D2-635020466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884F752-A954-04EE-1089-7AF21E504D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3ABEFEFB-F14C-8DB4-2C7E-4F4083D3168B}"/>
              </a:ext>
            </a:extLst>
          </p:cNvPr>
          <p:cNvSpPr txBox="1"/>
          <p:nvPr/>
        </p:nvSpPr>
        <p:spPr>
          <a:xfrm>
            <a:off x="4353749" y="180011"/>
            <a:ext cx="34845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SELECT</a:t>
            </a:r>
            <a:endParaRPr lang="pt-BR" sz="3600" dirty="0"/>
          </a:p>
        </p:txBody>
      </p:sp>
      <p:pic>
        <p:nvPicPr>
          <p:cNvPr id="3" name="Imagem 2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0956FB8F-9F82-B010-B839-1EA9E1DDB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5230" y="4085224"/>
            <a:ext cx="1881540" cy="2388922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5E848FAB-6F30-7245-DF25-09BF728517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701" y="1116140"/>
            <a:ext cx="9346598" cy="2585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0437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F0C19-47C6-3314-8B1E-214955646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0F4E6AFC-A943-AC92-BD62-E593D83198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6CCC813C-21B0-3831-77C2-31F6F6B9E140}"/>
              </a:ext>
            </a:extLst>
          </p:cNvPr>
          <p:cNvSpPr txBox="1"/>
          <p:nvPr/>
        </p:nvSpPr>
        <p:spPr>
          <a:xfrm>
            <a:off x="4353749" y="180011"/>
            <a:ext cx="34845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SELECT</a:t>
            </a:r>
            <a:endParaRPr lang="pt-BR" sz="3600" dirty="0"/>
          </a:p>
        </p:txBody>
      </p:sp>
      <p:pic>
        <p:nvPicPr>
          <p:cNvPr id="3" name="Imagem 2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1E2B91A2-8EC5-B03B-4226-C142C44AE8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4379" y="3935187"/>
            <a:ext cx="3643242" cy="2597497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981F3915-7534-ABCA-1FB6-3828EDF02E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731" y="1524558"/>
            <a:ext cx="10814538" cy="1712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58714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DA554-6FFE-5D72-7785-4FEC0827B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E531DF8E-5B66-4F18-4C9A-D3B9795F12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CC9F1FB5-2E73-6727-C8A2-90B0E23C98DC}"/>
              </a:ext>
            </a:extLst>
          </p:cNvPr>
          <p:cNvSpPr txBox="1"/>
          <p:nvPr/>
        </p:nvSpPr>
        <p:spPr>
          <a:xfrm>
            <a:off x="4353749" y="180011"/>
            <a:ext cx="34845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SELECT</a:t>
            </a:r>
            <a:endParaRPr lang="pt-BR" sz="3600" dirty="0"/>
          </a:p>
        </p:txBody>
      </p:sp>
      <p:pic>
        <p:nvPicPr>
          <p:cNvPr id="3" name="Imagem 2" descr="Interface gráfica do usuário, Texto&#10;&#10;O conteúdo gerado por IA pode estar incorreto.">
            <a:extLst>
              <a:ext uri="{FF2B5EF4-FFF2-40B4-BE49-F238E27FC236}">
                <a16:creationId xmlns:a16="http://schemas.microsoft.com/office/drawing/2014/main" id="{D284FB09-14E1-C54F-100B-8B79FA23B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8639" y="3970356"/>
            <a:ext cx="3574722" cy="2584541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C5C819D5-E2EC-420A-F63C-BBE38711F8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919" y="1569849"/>
            <a:ext cx="10788162" cy="1736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0141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D7E18-429E-1070-D3CE-93BDA6195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336417CD-7AEC-96BB-1E02-E0410250D2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53CDA829-66E3-9537-D822-87AD13002080}"/>
              </a:ext>
            </a:extLst>
          </p:cNvPr>
          <p:cNvSpPr txBox="1"/>
          <p:nvPr/>
        </p:nvSpPr>
        <p:spPr>
          <a:xfrm>
            <a:off x="2830847" y="1288478"/>
            <a:ext cx="65303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Buscando</a:t>
            </a:r>
            <a:r>
              <a:rPr lang="en-US" sz="2800" dirty="0"/>
              <a:t> </a:t>
            </a:r>
            <a:r>
              <a:rPr lang="en-US" sz="2800" dirty="0" err="1"/>
              <a:t>valores</a:t>
            </a:r>
            <a:r>
              <a:rPr lang="en-US" sz="2800" dirty="0"/>
              <a:t> </a:t>
            </a:r>
            <a:r>
              <a:rPr lang="en-US" sz="2800" dirty="0" err="1"/>
              <a:t>usando</a:t>
            </a:r>
            <a:r>
              <a:rPr lang="en-US" sz="2800" dirty="0"/>
              <a:t> </a:t>
            </a:r>
            <a:r>
              <a:rPr lang="en-US" sz="2800" dirty="0" err="1"/>
              <a:t>funções</a:t>
            </a:r>
            <a:r>
              <a:rPr lang="en-US" sz="2800" dirty="0"/>
              <a:t> </a:t>
            </a:r>
            <a:r>
              <a:rPr lang="en-US" sz="2800" dirty="0" err="1"/>
              <a:t>auxiliares</a:t>
            </a:r>
            <a:endParaRPr lang="pt-BR" sz="28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8521EBDD-2248-5DEF-82D4-B4102CE14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464" y="2225408"/>
            <a:ext cx="5457285" cy="1291879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88BBB38E-5E4F-5416-0FC4-C900F267AB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464" y="3828947"/>
            <a:ext cx="5453497" cy="611168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550D689A-88EC-38FD-6C83-F310EA1061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9862" y="4751775"/>
            <a:ext cx="3459501" cy="1169409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E62A5328-BB65-1BC5-236F-84E6EDA2B1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9713" y="2171920"/>
            <a:ext cx="3977911" cy="852410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B9E62033-21CF-51EA-7D96-AA69C13A9A0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37419" y="3116941"/>
            <a:ext cx="1742498" cy="930652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02612DC4-6465-2CE8-63F8-4D51EED6C7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13629" y="4471822"/>
            <a:ext cx="3962402" cy="559905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6F7A4517-A440-35E9-C0B7-0BF39A61805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8363" y="5455858"/>
            <a:ext cx="1800609" cy="930652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B2C1AD53-A057-77C3-9EFE-4E72FA7CB755}"/>
              </a:ext>
            </a:extLst>
          </p:cNvPr>
          <p:cNvSpPr txBox="1"/>
          <p:nvPr/>
        </p:nvSpPr>
        <p:spPr>
          <a:xfrm>
            <a:off x="4353749" y="180011"/>
            <a:ext cx="34845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SELECT</a:t>
            </a:r>
            <a:endParaRPr lang="pt-BR" sz="3600" dirty="0"/>
          </a:p>
        </p:txBody>
      </p:sp>
    </p:spTree>
    <p:extLst>
      <p:ext uri="{BB962C8B-B14F-4D97-AF65-F5344CB8AC3E}">
        <p14:creationId xmlns:p14="http://schemas.microsoft.com/office/powerpoint/2010/main" val="33896993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73D6E-FC32-50DA-1CBC-9FDC465B1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33F163-C736-9349-5711-22D353FE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625611-E7FA-1D72-494A-0AFBC3CF9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43371B3-3339-12F0-DD89-453EBF0A0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30338DA-9061-D8D4-B5A5-66A14A047FD4}"/>
              </a:ext>
            </a:extLst>
          </p:cNvPr>
          <p:cNvSpPr txBox="1"/>
          <p:nvPr/>
        </p:nvSpPr>
        <p:spPr>
          <a:xfrm>
            <a:off x="3924300" y="2413337"/>
            <a:ext cx="4343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AULA CONCLUÍDA!</a:t>
            </a:r>
            <a:endParaRPr lang="pt-BR" sz="60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28466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</TotalTime>
  <Words>69</Words>
  <Application>Microsoft Office PowerPoint</Application>
  <PresentationFormat>Widescreen</PresentationFormat>
  <Paragraphs>28</Paragraphs>
  <Slides>21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Reis</dc:creator>
  <cp:lastModifiedBy>Felipe Tagawa</cp:lastModifiedBy>
  <cp:revision>4</cp:revision>
  <dcterms:created xsi:type="dcterms:W3CDTF">2025-07-17T18:41:08Z</dcterms:created>
  <dcterms:modified xsi:type="dcterms:W3CDTF">2026-02-19T03:54:01Z</dcterms:modified>
</cp:coreProperties>
</file>