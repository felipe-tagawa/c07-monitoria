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5" r:id="rId18"/>
    <p:sldId id="276" r:id="rId19"/>
    <p:sldId id="277" r:id="rId20"/>
    <p:sldId id="269" r:id="rId21"/>
    <p:sldId id="271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EB9E2-38AD-F454-BA87-020DC97C9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7F0564-87EC-DED7-F195-E2215446F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FE9BAF-B287-731B-D0B8-6F837AF94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73EAD5-A89B-6D77-C427-33666145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7E8E14-53F4-1146-05E4-B407CED0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15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A08F6-A8DF-83C2-EEA5-7A9A3690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A684A3-4AA1-6D6E-4CE1-29D1570D3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65B99A-7C9B-CEBB-D770-5043BEDF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3D3FF6-A532-084C-76FE-FA7195A6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15620D-540B-A218-1C31-D2C142B1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05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14C9A-C99D-4B56-90B4-00650AA64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5EEF1A-3650-4EBE-3564-B51CC24B5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949160-6F7B-45F6-6AAD-3B3527809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66758E-B551-B111-5B6B-708812A7B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258183-AF5E-980B-CC8F-83EC0C2D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045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F2573-C542-9AF4-5FD8-019A7B93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E908F3-E63F-C340-6161-B476A4B48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E98E41-E649-8A04-9316-B700FA777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F71A51-55B8-E3D2-A075-B5729202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337F1D-50FE-1065-D1E0-74D82EDA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C550F7-03A2-F10C-BE17-69C2DA34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3495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33DF1-F056-1988-A347-01D02A369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A3FD66-F446-7D47-1442-EDF0C6DEE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75CB76-8D2E-6834-5B1E-E990055E4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4053A47-CDC7-A8E6-8F14-23BEE08D1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E4E28F2-13D0-E661-BF5E-D19A089CF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E8F3D9F-EEFC-5C0D-2BF4-2A6E6D02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0EA2BDA-500A-0E39-88E5-27D794D6C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52D91A-4067-D428-23CC-852B6F34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741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3C861-0EFB-DFEC-6CCD-81BF11807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82667C-F54F-6578-24ED-6DF5BBB12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F9F174-4803-6312-0C67-10F9DD6E3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0EEB99-3189-5581-2C16-9E47E15E1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6402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F2F1A7-6D41-1ABF-7841-E82C6B023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616E97-541A-643F-08DF-07A20B2E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CD20C8-65A9-849D-EDF8-4F99FD65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61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3CFA3-50F1-999B-5014-B8B3428F7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7294FA-EFA9-C819-D117-0D9BFF030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CFE362-06CE-4249-6C05-92C200997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728A93-B093-DB75-66D1-A9621749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6CFA30-EECC-A1DF-1788-8C7A0A63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432323-7755-F56F-D8A8-BD8A888E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98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90B45-0066-A2A5-0FF9-7F4DB6D1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7A9B83-FDB6-BCF7-6C49-B07382DA0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9036E9-8BA4-6D70-E08B-85F85604C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899A3D-41A6-D0B0-E649-0CB4800FA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0ED5F7-DD2D-8505-3CD5-E7F46DAA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43D43D-D645-FE9A-4133-B7AB7A0A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0098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58DC0-1015-AD46-92B1-AC0835FE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8AD93C-72F2-46AE-218D-BA33EA17A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C79FBD-BAFB-0B3E-5254-927B0E9F0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F6E2B0-5E46-3C19-F803-596E0F0A9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D5CE0-56A7-9A67-55B0-B84F9726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5378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DA7053-3A41-AD62-3F7E-7B52F7686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6D8469-4FEA-CFEA-D2E1-E2C8C4E4B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1B7040-F368-E2AE-54FA-6A737249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0CEB1D-50EB-D8D4-A61B-1CF9322CF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D52E60-43F3-2850-C82A-C01D5236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71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2FCCB4-B769-C333-8C25-2F88F6A8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CB8A62-37FB-1E60-BCFB-621CC066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5B218-D571-CAAF-CDCF-A0AFDEE73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C07F7-71D6-4EB2-BB6B-DCE721D2C512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287C4B-D0AD-7041-FBC9-8D998D954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2DF0A9-8F66-E8AC-8282-16136A378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2E8C3-D7E4-482C-A913-87F2750E89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86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8B734F7-5F82-8F5C-402C-ADDB94FEA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EDE1E3A-87D7-B255-A4D2-2E2627DB4ADD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F10EBA7-DBF4-E344-8E14-86475A287ADB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0E3785-A842-74B6-E6E9-B6A01F682040}"/>
              </a:ext>
            </a:extLst>
          </p:cNvPr>
          <p:cNvSpPr txBox="1"/>
          <p:nvPr/>
        </p:nvSpPr>
        <p:spPr>
          <a:xfrm>
            <a:off x="105508" y="5257801"/>
            <a:ext cx="46071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Comandos</a:t>
            </a:r>
          </a:p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Básicos</a:t>
            </a:r>
            <a:endParaRPr lang="pt-BR" sz="4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32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168834C-13B9-6CB3-5318-985EEE39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Types of SQL Commands. - Learnomate Technologies">
            <a:extLst>
              <a:ext uri="{FF2B5EF4-FFF2-40B4-BE49-F238E27FC236}">
                <a16:creationId xmlns:a16="http://schemas.microsoft.com/office/drawing/2014/main" id="{2BE99228-959E-AC6D-4561-CD3DF5B2D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941A8B2-D380-DC77-7419-374815BF0369}"/>
              </a:ext>
            </a:extLst>
          </p:cNvPr>
          <p:cNvSpPr txBox="1"/>
          <p:nvPr/>
        </p:nvSpPr>
        <p:spPr>
          <a:xfrm>
            <a:off x="4588119" y="188803"/>
            <a:ext cx="3015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Linguagem</a:t>
            </a:r>
            <a:r>
              <a:rPr lang="en-US" sz="3600" dirty="0"/>
              <a:t> SQL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77636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113F-A1BD-AB7E-5C05-BD73BE93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20B5AB8-0114-3359-FC84-630E6C7F1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3E29DD7-F91D-7787-FE3B-123FF3FEFD57}"/>
              </a:ext>
            </a:extLst>
          </p:cNvPr>
          <p:cNvSpPr txBox="1"/>
          <p:nvPr/>
        </p:nvSpPr>
        <p:spPr>
          <a:xfrm>
            <a:off x="4798402" y="180011"/>
            <a:ext cx="2595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Aula de </a:t>
            </a:r>
            <a:r>
              <a:rPr lang="en-US" sz="3600" dirty="0" err="1"/>
              <a:t>Hoje</a:t>
            </a:r>
            <a:endParaRPr lang="pt-BR" sz="3600" dirty="0"/>
          </a:p>
        </p:txBody>
      </p:sp>
      <p:pic>
        <p:nvPicPr>
          <p:cNvPr id="3" name="Picture 2" descr="Types of SQL Commands. - Learnomate Technologies">
            <a:extLst>
              <a:ext uri="{FF2B5EF4-FFF2-40B4-BE49-F238E27FC236}">
                <a16:creationId xmlns:a16="http://schemas.microsoft.com/office/drawing/2014/main" id="{AAE9AD72-B988-9CA1-92D2-AFAE815E1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CDAE331-760E-0B2B-E687-90DE10150262}"/>
              </a:ext>
            </a:extLst>
          </p:cNvPr>
          <p:cNvSpPr/>
          <p:nvPr/>
        </p:nvSpPr>
        <p:spPr>
          <a:xfrm flipH="1">
            <a:off x="3068514" y="4448909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1C933C8-ABC8-9C19-5FE1-2E679453A02A}"/>
              </a:ext>
            </a:extLst>
          </p:cNvPr>
          <p:cNvSpPr/>
          <p:nvPr/>
        </p:nvSpPr>
        <p:spPr>
          <a:xfrm flipH="1">
            <a:off x="3068514" y="4769595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7A2CE3F9-1D8A-FD32-1BCF-37A3DFD7E346}"/>
              </a:ext>
            </a:extLst>
          </p:cNvPr>
          <p:cNvSpPr/>
          <p:nvPr/>
        </p:nvSpPr>
        <p:spPr>
          <a:xfrm flipH="1">
            <a:off x="3068514" y="5090281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1D272B77-8F8D-326B-4578-76C5247D0D81}"/>
              </a:ext>
            </a:extLst>
          </p:cNvPr>
          <p:cNvSpPr/>
          <p:nvPr/>
        </p:nvSpPr>
        <p:spPr>
          <a:xfrm flipH="1">
            <a:off x="8812822" y="4518784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30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E953C-2667-5FA5-20F5-EA0CBC321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B47676F-2366-1A93-F8CC-15EE6845F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BA1A7E2-1775-E920-5A63-033522EBFE04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INSERT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32733C-EF95-2FDE-AF68-BCE9DB6656E5}"/>
              </a:ext>
            </a:extLst>
          </p:cNvPr>
          <p:cNvSpPr txBox="1"/>
          <p:nvPr/>
        </p:nvSpPr>
        <p:spPr>
          <a:xfrm>
            <a:off x="4302365" y="3584361"/>
            <a:ext cx="3587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Visualização</a:t>
            </a:r>
            <a:r>
              <a:rPr lang="en-US" sz="2800" dirty="0"/>
              <a:t> dos dados:</a:t>
            </a:r>
            <a:endParaRPr lang="pt-BR" sz="28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40AEC89-9542-9D16-632E-973780FBE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356" y="4306607"/>
            <a:ext cx="6487287" cy="177374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2F1C515-043E-352B-4B50-D409E43DB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82" y="1303703"/>
            <a:ext cx="11394830" cy="208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4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1D38D-4A8B-E1B4-8A0F-E9F077A77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EDDDE11-9478-7AE3-89C9-E0456DBEB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A5EF44F-D4C8-ED53-BB60-85CFB75E74A6}"/>
              </a:ext>
            </a:extLst>
          </p:cNvPr>
          <p:cNvSpPr txBox="1"/>
          <p:nvPr/>
        </p:nvSpPr>
        <p:spPr>
          <a:xfrm>
            <a:off x="4279106" y="180011"/>
            <a:ext cx="363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UPDATE</a:t>
            </a:r>
            <a:endParaRPr lang="pt-BR" sz="36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42834AF-4212-476C-6AAD-449DD9A21D6E}"/>
              </a:ext>
            </a:extLst>
          </p:cNvPr>
          <p:cNvSpPr txBox="1"/>
          <p:nvPr/>
        </p:nvSpPr>
        <p:spPr>
          <a:xfrm>
            <a:off x="4297965" y="3623989"/>
            <a:ext cx="3596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Visualização</a:t>
            </a:r>
            <a:r>
              <a:rPr lang="en-US" sz="2800" dirty="0"/>
              <a:t> dos dados:</a:t>
            </a:r>
            <a:endParaRPr lang="pt-BR" sz="28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67A3934-E26D-F670-F471-31A6347D3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060" y="4446654"/>
            <a:ext cx="6825873" cy="178930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825EBEF-583D-5549-65F1-31EE3CBB3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49" y="6371167"/>
            <a:ext cx="3559961" cy="48683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8203EFB-46AC-D8BB-88E4-65258D620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83" y="991184"/>
            <a:ext cx="11139220" cy="243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6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AA2EF7D-1436-5173-FBA1-46565A98A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7E5C040-8DA2-825E-0A25-BACCE140F682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DELETE</a:t>
            </a:r>
            <a:endParaRPr lang="pt-BR" sz="36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5E7FA1E-2892-FE59-57E9-5EF37403556B}"/>
              </a:ext>
            </a:extLst>
          </p:cNvPr>
          <p:cNvSpPr txBox="1"/>
          <p:nvPr/>
        </p:nvSpPr>
        <p:spPr>
          <a:xfrm>
            <a:off x="4289175" y="3557339"/>
            <a:ext cx="3613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Visualização</a:t>
            </a:r>
            <a:r>
              <a:rPr lang="en-US" sz="2800" dirty="0"/>
              <a:t> dos dados:</a:t>
            </a:r>
            <a:endParaRPr lang="pt-BR" sz="28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330089C-1F5C-B9BB-B6B0-5F5554EAE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553" y="4448980"/>
            <a:ext cx="7598893" cy="158617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AA36E93-F702-9174-2F88-732364414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68" y="1041432"/>
            <a:ext cx="11249464" cy="225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53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AACB-1EA5-DFBB-D0D3-874AE28AA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2E4E66F-B66E-B17D-4EA2-332DFC7AC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EFB90F2-2A13-F563-5CA7-AD6BF0E3ACF9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FBF992B-5D67-EF50-389E-9C57B5895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864" y="2711924"/>
            <a:ext cx="6430272" cy="329611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B90C26E-80DB-1A62-54B6-29563B4B20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2" y="1048274"/>
            <a:ext cx="10760776" cy="14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5F10D-C4BF-6CA9-B20D-7B6A92FB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DFDD411-8E96-F5A3-5C38-D457A8C5F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9A12373-D528-A208-1114-4ABFB1A41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947" y="4174781"/>
            <a:ext cx="7296106" cy="198862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0C80E71-5F31-F762-B42D-F7E02C28F8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780" y="1310284"/>
            <a:ext cx="8484438" cy="223301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749359F-7BA9-63DA-D0C5-38AFFEE264E7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365892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C1D14-B923-E134-8271-51EC0BEB5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86176D7-78DC-5C5E-949D-9B5D53D44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AE46E51-0AFF-2DC0-8B12-A0E856658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995" y="3745930"/>
            <a:ext cx="5934008" cy="19426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72A379F-3640-985F-87BA-AB5B047848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76" y="1159172"/>
            <a:ext cx="10183646" cy="195289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BF8936E-41B8-3F6C-1AB5-C49E98577D9C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238817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E7704-DB3A-5478-428B-DF7212B65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D788C67-7DD6-AF62-953D-1D82FC71C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3F8BF76-53CD-DBCF-D929-8A0D37752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026" y="3533410"/>
            <a:ext cx="8017947" cy="183617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35FEFEB-D384-17DB-0490-00399308D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17" y="1113168"/>
            <a:ext cx="10554165" cy="199947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4BA5272-6F74-190A-D904-5DD78B3A8F82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692758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42E3A-426D-F8CD-73F1-049AD238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A914651-4A56-5157-F96D-4B9B1CA53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7EEED55-12EB-B4B4-5B30-20F2C1B91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71" y="4420420"/>
            <a:ext cx="5029902" cy="82879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A9D9BDD-3C6A-9CA1-7B56-7D9331F7B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244" y="4420420"/>
            <a:ext cx="4629796" cy="62873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7419711-9FFB-2226-F0AF-670AC5238F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171" y="5709268"/>
            <a:ext cx="4643513" cy="44177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F358BF3-207B-1813-6E75-C6C51B6E8E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689" y="5512776"/>
            <a:ext cx="4991797" cy="63826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66C145F-89B5-7B0F-B726-197E9AC12556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AF7CAB1-F922-96E0-A16C-1131AE4E82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914" y="1006628"/>
            <a:ext cx="10012172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18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0B844-EC20-78A5-496B-0628E7C7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47708FE-7829-651C-8CCD-F1B65FAFE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D6A0510-702D-1974-7907-B1F56EAAD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670" y="3429000"/>
            <a:ext cx="6512657" cy="213987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D52EF78-6CA3-A9D3-446A-BABE13A8F9C0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69C737D-DAB0-7756-726B-121C2D98DB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52" y="1289126"/>
            <a:ext cx="11324492" cy="166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62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19B4D-7463-9EB7-8184-00D72AFC7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52C7C39-A5AA-DD20-9960-CE5F534CD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B5AEB9F-C1E9-A1CA-A981-AA5E6A0C2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746" y="3429000"/>
            <a:ext cx="1928505" cy="291467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754D52F-02D2-EFD2-F364-AF9C75544768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21204B8-5FB8-6345-01F5-C5AC7D5F3A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48" y="1175038"/>
            <a:ext cx="10745700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12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8748A-5D03-DDBA-5E46-3554CFF60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67534E4-E2B5-86C9-3729-61D8C612F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A058A94-1BCB-C942-F101-964545DA50F4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  <p:pic>
        <p:nvPicPr>
          <p:cNvPr id="3" name="Imagem 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905C2452-7CEA-E759-F2F3-979124860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184" y="4263915"/>
            <a:ext cx="5375629" cy="183403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30DA949-DFBA-3401-DA93-09C1E1DC14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834" y="1560498"/>
            <a:ext cx="9888330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448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67D91-7532-093E-4E97-5B29F7C01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6B39443-8B77-33F8-0C16-66E56D92B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E6865D7-4E71-D038-7B6C-AB3929587083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5AEA2A2-51E5-49EB-3235-DB092B211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68" y="1541289"/>
            <a:ext cx="11131062" cy="1887711"/>
          </a:xfrm>
          <a:prstGeom prst="rect">
            <a:avLst/>
          </a:prstGeom>
        </p:spPr>
      </p:pic>
      <p:pic>
        <p:nvPicPr>
          <p:cNvPr id="11" name="Imagem 10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7BE0D0D0-AD67-23DD-D3FA-C823769F9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012" y="4076696"/>
            <a:ext cx="2585976" cy="232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51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7048E-72C8-EFEA-2201-17B2A68E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1203F52-8C5D-3322-F376-D3FB42C1E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5340CFF-58F7-F2C1-3B30-5FC406B15AAA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  <p:pic>
        <p:nvPicPr>
          <p:cNvPr id="3" name="Imagem 2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330D47DC-9728-176F-2C96-225CEF005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818" y="4457650"/>
            <a:ext cx="6538363" cy="171186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BACC7A9-49FA-2BB8-7929-256F433F2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587" y="1407467"/>
            <a:ext cx="9574823" cy="220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62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DE0E-424C-E017-58D2-63502046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884F752-A954-04EE-1089-7AF21E504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ABEFEFB-F14C-8DB4-2C7E-4F4083D3168B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  <p:pic>
        <p:nvPicPr>
          <p:cNvPr id="3" name="Imagem 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0956FB8F-9F82-B010-B839-1EA9E1DDB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230" y="4085224"/>
            <a:ext cx="1881540" cy="238892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E848FAB-6F30-7245-DF25-09BF728517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701" y="1116140"/>
            <a:ext cx="9346598" cy="258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43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0C19-47C6-3314-8B1E-214955646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F4E6AFC-A943-AC92-BD62-E593D8319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CCC813C-21B0-3831-77C2-31F6F6B9E140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  <p:pic>
        <p:nvPicPr>
          <p:cNvPr id="3" name="Imagem 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1E2B91A2-8EC5-B03B-4226-C142C44AE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379" y="3935187"/>
            <a:ext cx="3643242" cy="259749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81F3915-7534-ABCA-1FB6-3828EDF02E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31" y="1524558"/>
            <a:ext cx="10814538" cy="171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71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A554-6FFE-5D72-7785-4FEC0827B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531DF8E-5B66-4F18-4C9A-D3B9795F1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C9F1FB5-2E73-6727-C8A2-90B0E23C98DC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  <p:pic>
        <p:nvPicPr>
          <p:cNvPr id="3" name="Imagem 2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D284FB09-14E1-C54F-100B-8B79FA23B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639" y="3970356"/>
            <a:ext cx="3574722" cy="258454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5C819D5-E2EC-420A-F63C-BBE38711F8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9" y="1569849"/>
            <a:ext cx="10788162" cy="173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14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D7E18-429E-1070-D3CE-93BDA6195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36417CD-7AEC-96BB-1E02-E0410250D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3CDA829-66E3-9537-D822-87AD13002080}"/>
              </a:ext>
            </a:extLst>
          </p:cNvPr>
          <p:cNvSpPr txBox="1"/>
          <p:nvPr/>
        </p:nvSpPr>
        <p:spPr>
          <a:xfrm>
            <a:off x="2830847" y="1288478"/>
            <a:ext cx="6530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Buscando</a:t>
            </a:r>
            <a:r>
              <a:rPr lang="en-US" sz="2800" dirty="0"/>
              <a:t> </a:t>
            </a:r>
            <a:r>
              <a:rPr lang="en-US" sz="2800" dirty="0" err="1"/>
              <a:t>valores</a:t>
            </a:r>
            <a:r>
              <a:rPr lang="en-US" sz="2800" dirty="0"/>
              <a:t> </a:t>
            </a:r>
            <a:r>
              <a:rPr lang="en-US" sz="2800" dirty="0" err="1"/>
              <a:t>usando</a:t>
            </a:r>
            <a:r>
              <a:rPr lang="en-US" sz="2800" dirty="0"/>
              <a:t> </a:t>
            </a:r>
            <a:r>
              <a:rPr lang="en-US" sz="2800" dirty="0" err="1"/>
              <a:t>funções</a:t>
            </a:r>
            <a:r>
              <a:rPr lang="en-US" sz="2800" dirty="0"/>
              <a:t> </a:t>
            </a:r>
            <a:r>
              <a:rPr lang="en-US" sz="2800" dirty="0" err="1"/>
              <a:t>auxiliares</a:t>
            </a:r>
            <a:endParaRPr lang="pt-BR" sz="28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521EBDD-2248-5DEF-82D4-B4102CE14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64" y="2225408"/>
            <a:ext cx="5457285" cy="129187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8BBB38E-5E4F-5416-0FC4-C900F267A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64" y="3828947"/>
            <a:ext cx="5453497" cy="61116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50D689A-88EC-38FD-6C83-F310EA106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862" y="4751775"/>
            <a:ext cx="3459501" cy="116940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62A5328-BB65-1BC5-236F-84E6EDA2B1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9713" y="2171920"/>
            <a:ext cx="3977911" cy="85241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9E62033-21CF-51EA-7D96-AA69C13A9A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419" y="3116941"/>
            <a:ext cx="1742498" cy="93065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2612DC4-6465-2CE8-63F8-4D51EED6C7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3629" y="4471822"/>
            <a:ext cx="3962402" cy="559905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6F7A4517-A440-35E9-C0B7-0BF39A6180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8363" y="5455858"/>
            <a:ext cx="1800609" cy="93065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2C1AD53-A057-77C3-9EFE-4E72FA7CB755}"/>
              </a:ext>
            </a:extLst>
          </p:cNvPr>
          <p:cNvSpPr txBox="1"/>
          <p:nvPr/>
        </p:nvSpPr>
        <p:spPr>
          <a:xfrm>
            <a:off x="4353749" y="180011"/>
            <a:ext cx="348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SELECT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389699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69</Words>
  <Application>Microsoft Office PowerPoint</Application>
  <PresentationFormat>Widescreen</PresentationFormat>
  <Paragraphs>28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5</cp:revision>
  <dcterms:created xsi:type="dcterms:W3CDTF">2025-07-17T18:41:08Z</dcterms:created>
  <dcterms:modified xsi:type="dcterms:W3CDTF">2026-04-16T04:30:37Z</dcterms:modified>
</cp:coreProperties>
</file>